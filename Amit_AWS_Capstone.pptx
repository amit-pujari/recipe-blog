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4"/>
  </p:notesMasterIdLst>
  <p:sldIdLst>
    <p:sldId id="256" r:id="rId2"/>
    <p:sldId id="258" r:id="rId3"/>
    <p:sldId id="259" r:id="rId4"/>
    <p:sldId id="260" r:id="rId5"/>
    <p:sldId id="267" r:id="rId6"/>
    <p:sldId id="277" r:id="rId7"/>
    <p:sldId id="278" r:id="rId8"/>
    <p:sldId id="279" r:id="rId9"/>
    <p:sldId id="280" r:id="rId10"/>
    <p:sldId id="273" r:id="rId11"/>
    <p:sldId id="275" r:id="rId12"/>
    <p:sldId id="274" r:id="rId13"/>
  </p:sldIdLst>
  <p:sldSz cx="12188825" cy="6858000"/>
  <p:notesSz cx="6761163" cy="9942513"/>
  <p:embeddedFontLst>
    <p:embeddedFont>
      <p:font typeface="Gill Sans" panose="020B060402020202020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hVdRc0wslBhkuoU8+70iG1J+ner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ip RAJ"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AD9F9A4-6209-4B79-A726-875C9723F9B2}">
  <a:tblStyle styleId="{1AD9F9A4-6209-4B79-A726-875C9723F9B2}"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E03D46B1-7A9E-409F-B616-10CFBBF69FDA}" styleName="Table_1">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EF0"/>
          </a:solidFill>
        </a:fill>
      </a:tcStyle>
    </a:wholeTbl>
    <a:band1H>
      <a:tcTxStyle b="off" i="off"/>
      <a:tcStyle>
        <a:tcBdr/>
        <a:fill>
          <a:solidFill>
            <a:srgbClr val="CCDBE1"/>
          </a:solidFill>
        </a:fill>
      </a:tcStyle>
    </a:band1H>
    <a:band2H>
      <a:tcTxStyle b="off" i="off"/>
      <a:tcStyle>
        <a:tcBdr/>
      </a:tcStyle>
    </a:band2H>
    <a:band1V>
      <a:tcTxStyle b="off" i="off"/>
      <a:tcStyle>
        <a:tcBdr/>
        <a:fill>
          <a:solidFill>
            <a:srgbClr val="CCDBE1"/>
          </a:solidFill>
        </a:fill>
      </a:tcStyle>
    </a:band1V>
    <a:band2V>
      <a:tcTxStyle b="off" i="off"/>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2"/>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30"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712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712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7126"/>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1: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1:notes"/>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3: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4: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5: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12: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ED4C760B-64D2-4D53-C31B-EA58A5C4482A}"/>
            </a:ext>
          </a:extLst>
        </p:cNvPr>
        <p:cNvGrpSpPr/>
        <p:nvPr/>
      </p:nvGrpSpPr>
      <p:grpSpPr>
        <a:xfrm>
          <a:off x="0" y="0"/>
          <a:ext cx="0" cy="0"/>
          <a:chOff x="0" y="0"/>
          <a:chExt cx="0" cy="0"/>
        </a:xfrm>
      </p:grpSpPr>
      <p:sp>
        <p:nvSpPr>
          <p:cNvPr id="188" name="Google Shape;188;p12:notes">
            <a:extLst>
              <a:ext uri="{FF2B5EF4-FFF2-40B4-BE49-F238E27FC236}">
                <a16:creationId xmlns:a16="http://schemas.microsoft.com/office/drawing/2014/main" id="{3FB3114D-5AFD-1105-DE49-23CFBA138730}"/>
              </a:ext>
            </a:extLst>
          </p:cNvPr>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12:notes">
            <a:extLst>
              <a:ext uri="{FF2B5EF4-FFF2-40B4-BE49-F238E27FC236}">
                <a16:creationId xmlns:a16="http://schemas.microsoft.com/office/drawing/2014/main" id="{E88558A1-F1EB-70EB-0BCE-0FB339F4CA19}"/>
              </a:ext>
            </a:extLst>
          </p:cNvPr>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9596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a:extLst>
            <a:ext uri="{FF2B5EF4-FFF2-40B4-BE49-F238E27FC236}">
              <a16:creationId xmlns:a16="http://schemas.microsoft.com/office/drawing/2014/main" id="{65884AB7-A310-5767-F78D-DBECBE415DB6}"/>
            </a:ext>
          </a:extLst>
        </p:cNvPr>
        <p:cNvGrpSpPr/>
        <p:nvPr/>
      </p:nvGrpSpPr>
      <p:grpSpPr>
        <a:xfrm>
          <a:off x="0" y="0"/>
          <a:ext cx="0" cy="0"/>
          <a:chOff x="0" y="0"/>
          <a:chExt cx="0" cy="0"/>
        </a:xfrm>
      </p:grpSpPr>
      <p:sp>
        <p:nvSpPr>
          <p:cNvPr id="202" name="Google Shape;202;p14:notes">
            <a:extLst>
              <a:ext uri="{FF2B5EF4-FFF2-40B4-BE49-F238E27FC236}">
                <a16:creationId xmlns:a16="http://schemas.microsoft.com/office/drawing/2014/main" id="{24692F11-B5F9-00A5-F032-7ACF41714F20}"/>
              </a:ext>
            </a:extLst>
          </p:cNvPr>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4:notes">
            <a:extLst>
              <a:ext uri="{FF2B5EF4-FFF2-40B4-BE49-F238E27FC236}">
                <a16:creationId xmlns:a16="http://schemas.microsoft.com/office/drawing/2014/main" id="{77520989-30C1-0A66-8499-168A3BCB7ACD}"/>
              </a:ext>
            </a:extLst>
          </p:cNvPr>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953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a:extLst>
            <a:ext uri="{FF2B5EF4-FFF2-40B4-BE49-F238E27FC236}">
              <a16:creationId xmlns:a16="http://schemas.microsoft.com/office/drawing/2014/main" id="{D36DEE8B-B467-8584-BA13-E499854ABD50}"/>
            </a:ext>
          </a:extLst>
        </p:cNvPr>
        <p:cNvGrpSpPr/>
        <p:nvPr/>
      </p:nvGrpSpPr>
      <p:grpSpPr>
        <a:xfrm>
          <a:off x="0" y="0"/>
          <a:ext cx="0" cy="0"/>
          <a:chOff x="0" y="0"/>
          <a:chExt cx="0" cy="0"/>
        </a:xfrm>
      </p:grpSpPr>
      <p:sp>
        <p:nvSpPr>
          <p:cNvPr id="202" name="Google Shape;202;p14:notes">
            <a:extLst>
              <a:ext uri="{FF2B5EF4-FFF2-40B4-BE49-F238E27FC236}">
                <a16:creationId xmlns:a16="http://schemas.microsoft.com/office/drawing/2014/main" id="{648B5CC5-0968-ADB0-8063-86C8659BBE74}"/>
              </a:ext>
            </a:extLst>
          </p:cNvPr>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4:notes">
            <a:extLst>
              <a:ext uri="{FF2B5EF4-FFF2-40B4-BE49-F238E27FC236}">
                <a16:creationId xmlns:a16="http://schemas.microsoft.com/office/drawing/2014/main" id="{E5C5FC3B-C76F-7AEA-329C-8B97D9A45FBE}"/>
              </a:ext>
            </a:extLst>
          </p:cNvPr>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513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a:extLst>
            <a:ext uri="{FF2B5EF4-FFF2-40B4-BE49-F238E27FC236}">
              <a16:creationId xmlns:a16="http://schemas.microsoft.com/office/drawing/2014/main" id="{33E90747-C9D0-659B-8E18-B2A5B9A5F8C7}"/>
            </a:ext>
          </a:extLst>
        </p:cNvPr>
        <p:cNvGrpSpPr/>
        <p:nvPr/>
      </p:nvGrpSpPr>
      <p:grpSpPr>
        <a:xfrm>
          <a:off x="0" y="0"/>
          <a:ext cx="0" cy="0"/>
          <a:chOff x="0" y="0"/>
          <a:chExt cx="0" cy="0"/>
        </a:xfrm>
      </p:grpSpPr>
      <p:sp>
        <p:nvSpPr>
          <p:cNvPr id="202" name="Google Shape;202;p14:notes">
            <a:extLst>
              <a:ext uri="{FF2B5EF4-FFF2-40B4-BE49-F238E27FC236}">
                <a16:creationId xmlns:a16="http://schemas.microsoft.com/office/drawing/2014/main" id="{01B22D2A-6AA5-7980-76A0-6EF16E576519}"/>
              </a:ext>
            </a:extLst>
          </p:cNvPr>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4:notes">
            <a:extLst>
              <a:ext uri="{FF2B5EF4-FFF2-40B4-BE49-F238E27FC236}">
                <a16:creationId xmlns:a16="http://schemas.microsoft.com/office/drawing/2014/main" id="{AC4065C9-16B3-9FD6-AD16-0F812A9A240B}"/>
              </a:ext>
            </a:extLst>
          </p:cNvPr>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3690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8: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8: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9: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19: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21"/>
          <p:cNvSpPr txBox="1">
            <a:spLocks noGrp="1"/>
          </p:cNvSpPr>
          <p:nvPr>
            <p:ph type="title"/>
          </p:nvPr>
        </p:nvSpPr>
        <p:spPr>
          <a:xfrm>
            <a:off x="1913645" y="274638"/>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1"/>
          <p:cNvSpPr txBox="1">
            <a:spLocks noGrp="1"/>
          </p:cNvSpPr>
          <p:nvPr>
            <p:ph type="body" idx="1"/>
          </p:nvPr>
        </p:nvSpPr>
        <p:spPr>
          <a:xfrm>
            <a:off x="1913645" y="1447800"/>
            <a:ext cx="9994837" cy="480060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3" name="Google Shape;23;p21"/>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1"/>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1"/>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22"/>
          <p:cNvSpPr txBox="1">
            <a:spLocks noGrp="1"/>
          </p:cNvSpPr>
          <p:nvPr>
            <p:ph type="ctrTitle"/>
          </p:nvPr>
        </p:nvSpPr>
        <p:spPr>
          <a:xfrm>
            <a:off x="1909583" y="359898"/>
            <a:ext cx="9872948" cy="147218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562214"/>
              </a:buClr>
              <a:buSzPts val="4300"/>
              <a:buFont typeface="Gill San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2"/>
          <p:cNvSpPr txBox="1">
            <a:spLocks noGrp="1"/>
          </p:cNvSpPr>
          <p:nvPr>
            <p:ph type="subTitle" idx="1"/>
          </p:nvPr>
        </p:nvSpPr>
        <p:spPr>
          <a:xfrm>
            <a:off x="1909583" y="1850064"/>
            <a:ext cx="9872948" cy="1752600"/>
          </a:xfrm>
          <a:prstGeom prst="rect">
            <a:avLst/>
          </a:prstGeom>
          <a:noFill/>
          <a:ln>
            <a:noFill/>
          </a:ln>
        </p:spPr>
        <p:txBody>
          <a:bodyPr spcFirstLastPara="1" wrap="square" lIns="91425" tIns="0" rIns="91425" bIns="45700" anchor="t" anchorCtr="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29" name="Google Shape;29;p22"/>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2"/>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2"/>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
        <p:nvSpPr>
          <p:cNvPr id="32" name="Google Shape;32;p22"/>
          <p:cNvSpPr/>
          <p:nvPr/>
        </p:nvSpPr>
        <p:spPr>
          <a:xfrm>
            <a:off x="1228257" y="1413802"/>
            <a:ext cx="280343" cy="210312"/>
          </a:xfrm>
          <a:prstGeom prst="ellipse">
            <a:avLst/>
          </a:prstGeom>
          <a:gradFill>
            <a:gsLst>
              <a:gs pos="0">
                <a:srgbClr val="D7F6FF">
                  <a:alpha val="94117"/>
                </a:srgbClr>
              </a:gs>
              <a:gs pos="50000">
                <a:srgbClr val="C0E3F0">
                  <a:alpha val="89019"/>
                </a:srgbClr>
              </a:gs>
              <a:gs pos="95000">
                <a:srgbClr val="65C6EA">
                  <a:alpha val="87058"/>
                </a:srgbClr>
              </a:gs>
              <a:gs pos="100000">
                <a:srgbClr val="00BBF1">
                  <a:alpha val="83921"/>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
        <p:nvSpPr>
          <p:cNvPr id="33" name="Google Shape;33;p22"/>
          <p:cNvSpPr/>
          <p:nvPr/>
        </p:nvSpPr>
        <p:spPr>
          <a:xfrm>
            <a:off x="1542499" y="1345016"/>
            <a:ext cx="85322" cy="64008"/>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4"/>
        <p:cNvGrpSpPr/>
        <p:nvPr/>
      </p:nvGrpSpPr>
      <p:grpSpPr>
        <a:xfrm>
          <a:off x="0" y="0"/>
          <a:ext cx="0" cy="0"/>
          <a:chOff x="0" y="0"/>
          <a:chExt cx="0" cy="0"/>
        </a:xfrm>
      </p:grpSpPr>
      <p:sp>
        <p:nvSpPr>
          <p:cNvPr id="35" name="Google Shape;35;p23"/>
          <p:cNvSpPr/>
          <p:nvPr/>
        </p:nvSpPr>
        <p:spPr>
          <a:xfrm>
            <a:off x="3043061" y="-54"/>
            <a:ext cx="9141619"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36" name="Google Shape;36;p23"/>
          <p:cNvSpPr txBox="1">
            <a:spLocks noGrp="1"/>
          </p:cNvSpPr>
          <p:nvPr>
            <p:ph type="title"/>
          </p:nvPr>
        </p:nvSpPr>
        <p:spPr>
          <a:xfrm>
            <a:off x="3436960" y="2600325"/>
            <a:ext cx="8532178" cy="2286000"/>
          </a:xfrm>
          <a:prstGeom prst="rect">
            <a:avLst/>
          </a:prstGeom>
          <a:noFill/>
          <a:ln>
            <a:noFill/>
          </a:ln>
        </p:spPr>
        <p:txBody>
          <a:bodyPr spcFirstLastPara="1" wrap="square" lIns="91425" tIns="45700" rIns="91425" bIns="45700" anchor="t" anchorCtr="0">
            <a:normAutofit/>
          </a:bodyPr>
          <a:lstStyle>
            <a:lvl1pPr lvl="0" algn="l">
              <a:lnSpc>
                <a:spcPct val="112500"/>
              </a:lnSpc>
              <a:spcBef>
                <a:spcPts val="0"/>
              </a:spcBef>
              <a:spcAft>
                <a:spcPts val="0"/>
              </a:spcAft>
              <a:buClr>
                <a:srgbClr val="562214"/>
              </a:buClr>
              <a:buSzPts val="4000"/>
              <a:buFont typeface="Gill Sans"/>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3"/>
          <p:cNvSpPr txBox="1">
            <a:spLocks noGrp="1"/>
          </p:cNvSpPr>
          <p:nvPr>
            <p:ph type="body" idx="1"/>
          </p:nvPr>
        </p:nvSpPr>
        <p:spPr>
          <a:xfrm>
            <a:off x="3436960" y="1066800"/>
            <a:ext cx="8532178" cy="1509712"/>
          </a:xfrm>
          <a:prstGeom prst="rect">
            <a:avLst/>
          </a:prstGeom>
          <a:noFill/>
          <a:ln>
            <a:noFill/>
          </a:ln>
        </p:spPr>
        <p:txBody>
          <a:bodyPr spcFirstLastPara="1" wrap="square" lIns="91425" tIns="45700" rIns="91425" bIns="45700" anchor="b" anchorCtr="0">
            <a:normAutofit/>
          </a:bodyPr>
          <a:lstStyle>
            <a:lvl1pPr marL="457200" lvl="0" indent="-228600" algn="l">
              <a:lnSpc>
                <a:spcPct val="115000"/>
              </a:lnSpc>
              <a:spcBef>
                <a:spcPts val="0"/>
              </a:spcBef>
              <a:spcAft>
                <a:spcPts val="0"/>
              </a:spcAft>
              <a:buSzPts val="1600"/>
              <a:buNone/>
              <a:defRPr sz="2000">
                <a:solidFill>
                  <a:srgbClr val="341108"/>
                </a:solidFill>
              </a:defRPr>
            </a:lvl1pPr>
            <a:lvl2pPr marL="914400" lvl="1" indent="-228600" algn="l">
              <a:lnSpc>
                <a:spcPct val="100000"/>
              </a:lnSpc>
              <a:spcBef>
                <a:spcPts val="55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8" name="Google Shape;38;p23"/>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3"/>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3"/>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
        <p:nvSpPr>
          <p:cNvPr id="41" name="Google Shape;41;p23"/>
          <p:cNvSpPr/>
          <p:nvPr/>
        </p:nvSpPr>
        <p:spPr>
          <a:xfrm>
            <a:off x="3047206" y="0"/>
            <a:ext cx="101574" cy="6858054"/>
          </a:xfrm>
          <a:prstGeom prst="rect">
            <a:avLst/>
          </a:prstGeom>
          <a:solidFill>
            <a:schemeClr val="lt1"/>
          </a:solidFill>
          <a:ln>
            <a:noFill/>
          </a:ln>
          <a:effectLst>
            <a:outerShdw blurRad="38550" dist="38000" dir="10800000" algn="tl" rotWithShape="0">
              <a:srgbClr val="6F6A5F">
                <a:alpha val="2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2" name="Google Shape;42;p23"/>
          <p:cNvSpPr/>
          <p:nvPr/>
        </p:nvSpPr>
        <p:spPr>
          <a:xfrm>
            <a:off x="2895674" y="2814656"/>
            <a:ext cx="280343" cy="210312"/>
          </a:xfrm>
          <a:prstGeom prst="ellipse">
            <a:avLst/>
          </a:prstGeom>
          <a:gradFill>
            <a:gsLst>
              <a:gs pos="0">
                <a:srgbClr val="D7F6FF">
                  <a:alpha val="94117"/>
                </a:srgbClr>
              </a:gs>
              <a:gs pos="50000">
                <a:srgbClr val="C0E3F0">
                  <a:alpha val="89019"/>
                </a:srgbClr>
              </a:gs>
              <a:gs pos="95000">
                <a:srgbClr val="65C6EA">
                  <a:alpha val="87058"/>
                </a:srgbClr>
              </a:gs>
              <a:gs pos="100000">
                <a:srgbClr val="00BBF1">
                  <a:alpha val="83921"/>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
        <p:nvSpPr>
          <p:cNvPr id="43" name="Google Shape;43;p23"/>
          <p:cNvSpPr/>
          <p:nvPr/>
        </p:nvSpPr>
        <p:spPr>
          <a:xfrm>
            <a:off x="3209916" y="2745870"/>
            <a:ext cx="85322" cy="64008"/>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24"/>
          <p:cNvSpPr txBox="1">
            <a:spLocks noGrp="1"/>
          </p:cNvSpPr>
          <p:nvPr>
            <p:ph type="title"/>
          </p:nvPr>
        </p:nvSpPr>
        <p:spPr>
          <a:xfrm>
            <a:off x="1913645" y="274320"/>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4"/>
          <p:cNvSpPr txBox="1">
            <a:spLocks noGrp="1"/>
          </p:cNvSpPr>
          <p:nvPr>
            <p:ph type="body" idx="1"/>
          </p:nvPr>
        </p:nvSpPr>
        <p:spPr>
          <a:xfrm>
            <a:off x="1913646" y="1524000"/>
            <a:ext cx="487553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7" name="Google Shape;47;p24"/>
          <p:cNvSpPr txBox="1">
            <a:spLocks noGrp="1"/>
          </p:cNvSpPr>
          <p:nvPr>
            <p:ph type="body" idx="2"/>
          </p:nvPr>
        </p:nvSpPr>
        <p:spPr>
          <a:xfrm>
            <a:off x="7032952" y="1524000"/>
            <a:ext cx="487553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8" name="Google Shape;48;p24"/>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4"/>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4"/>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1"/>
        <p:cNvGrpSpPr/>
        <p:nvPr/>
      </p:nvGrpSpPr>
      <p:grpSpPr>
        <a:xfrm>
          <a:off x="0" y="0"/>
          <a:ext cx="0" cy="0"/>
          <a:chOff x="0" y="0"/>
          <a:chExt cx="0" cy="0"/>
        </a:xfrm>
      </p:grpSpPr>
      <p:sp>
        <p:nvSpPr>
          <p:cNvPr id="52" name="Google Shape;52;p25"/>
          <p:cNvSpPr txBox="1">
            <a:spLocks noGrp="1"/>
          </p:cNvSpPr>
          <p:nvPr>
            <p:ph type="title"/>
          </p:nvPr>
        </p:nvSpPr>
        <p:spPr>
          <a:xfrm>
            <a:off x="609441" y="5160336"/>
            <a:ext cx="10969943"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562214"/>
              </a:buClr>
              <a:buSzPts val="4500"/>
              <a:buFont typeface="Gill Sans"/>
              <a:buNone/>
              <a:defRPr sz="45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
          <p:cNvSpPr txBox="1">
            <a:spLocks noGrp="1"/>
          </p:cNvSpPr>
          <p:nvPr>
            <p:ph type="body" idx="1"/>
          </p:nvPr>
        </p:nvSpPr>
        <p:spPr>
          <a:xfrm>
            <a:off x="609441" y="328278"/>
            <a:ext cx="5363083" cy="64008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4" name="Google Shape;54;p25"/>
          <p:cNvSpPr txBox="1">
            <a:spLocks noGrp="1"/>
          </p:cNvSpPr>
          <p:nvPr>
            <p:ph type="body" idx="2"/>
          </p:nvPr>
        </p:nvSpPr>
        <p:spPr>
          <a:xfrm>
            <a:off x="6216301" y="328278"/>
            <a:ext cx="5363083" cy="64008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5" name="Google Shape;55;p25"/>
          <p:cNvSpPr txBox="1">
            <a:spLocks noGrp="1"/>
          </p:cNvSpPr>
          <p:nvPr>
            <p:ph type="body" idx="3"/>
          </p:nvPr>
        </p:nvSpPr>
        <p:spPr>
          <a:xfrm>
            <a:off x="609441" y="969336"/>
            <a:ext cx="5363083" cy="41148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6" name="Google Shape;56;p25"/>
          <p:cNvSpPr txBox="1">
            <a:spLocks noGrp="1"/>
          </p:cNvSpPr>
          <p:nvPr>
            <p:ph type="body" idx="4"/>
          </p:nvPr>
        </p:nvSpPr>
        <p:spPr>
          <a:xfrm>
            <a:off x="6216301" y="969336"/>
            <a:ext cx="5363083" cy="41148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7" name="Google Shape;57;p25"/>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5"/>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5"/>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26"/>
          <p:cNvSpPr txBox="1">
            <a:spLocks noGrp="1"/>
          </p:cNvSpPr>
          <p:nvPr>
            <p:ph type="title"/>
          </p:nvPr>
        </p:nvSpPr>
        <p:spPr>
          <a:xfrm>
            <a:off x="1913645" y="274320"/>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6"/>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5"/>
        <p:cNvGrpSpPr/>
        <p:nvPr/>
      </p:nvGrpSpPr>
      <p:grpSpPr>
        <a:xfrm>
          <a:off x="0" y="0"/>
          <a:ext cx="0" cy="0"/>
          <a:chOff x="0" y="0"/>
          <a:chExt cx="0" cy="0"/>
        </a:xfrm>
      </p:grpSpPr>
      <p:sp>
        <p:nvSpPr>
          <p:cNvPr id="66" name="Google Shape;66;p27"/>
          <p:cNvSpPr/>
          <p:nvPr/>
        </p:nvSpPr>
        <p:spPr>
          <a:xfrm>
            <a:off x="1352960" y="0"/>
            <a:ext cx="1083586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67" name="Google Shape;67;p27"/>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7"/>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
        <p:nvSpPr>
          <p:cNvPr id="70" name="Google Shape;70;p27"/>
          <p:cNvSpPr/>
          <p:nvPr/>
        </p:nvSpPr>
        <p:spPr>
          <a:xfrm>
            <a:off x="1352959" y="-54"/>
            <a:ext cx="97511" cy="6858054"/>
          </a:xfrm>
          <a:prstGeom prst="rect">
            <a:avLst/>
          </a:prstGeom>
          <a:solidFill>
            <a:schemeClr val="lt1"/>
          </a:solidFill>
          <a:ln>
            <a:noFill/>
          </a:ln>
          <a:effectLst>
            <a:outerShdw blurRad="38550" dist="38000" dir="10800000" algn="tl" rotWithShape="0">
              <a:srgbClr val="6F6A5F">
                <a:alpha val="2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1"/>
        <p:cNvGrpSpPr/>
        <p:nvPr/>
      </p:nvGrpSpPr>
      <p:grpSpPr>
        <a:xfrm>
          <a:off x="0" y="0"/>
          <a:ext cx="0" cy="0"/>
          <a:chOff x="0" y="0"/>
          <a:chExt cx="0" cy="0"/>
        </a:xfrm>
      </p:grpSpPr>
      <p:sp>
        <p:nvSpPr>
          <p:cNvPr id="72" name="Google Shape;72;p28"/>
          <p:cNvSpPr txBox="1">
            <a:spLocks noGrp="1"/>
          </p:cNvSpPr>
          <p:nvPr>
            <p:ph type="title"/>
          </p:nvPr>
        </p:nvSpPr>
        <p:spPr>
          <a:xfrm>
            <a:off x="609441" y="216778"/>
            <a:ext cx="5078677" cy="1162050"/>
          </a:xfrm>
          <a:prstGeom prst="rect">
            <a:avLst/>
          </a:prstGeom>
          <a:noFill/>
          <a:ln>
            <a:noFill/>
          </a:ln>
        </p:spPr>
        <p:txBody>
          <a:bodyPr spcFirstLastPara="1" wrap="square" lIns="91425" tIns="45700" rIns="91425" bIns="45700" anchor="b" anchorCtr="0">
            <a:normAutofit/>
          </a:bodyPr>
          <a:lstStyle>
            <a:lvl1pPr lvl="0" algn="l">
              <a:lnSpc>
                <a:spcPct val="90909"/>
              </a:lnSpc>
              <a:spcBef>
                <a:spcPts val="0"/>
              </a:spcBef>
              <a:spcAft>
                <a:spcPts val="0"/>
              </a:spcAft>
              <a:buClr>
                <a:srgbClr val="562214"/>
              </a:buClr>
              <a:buSzPts val="2200"/>
              <a:buFont typeface="Gill Sans"/>
              <a:buNone/>
              <a:defRPr sz="2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8"/>
          <p:cNvSpPr txBox="1">
            <a:spLocks noGrp="1"/>
          </p:cNvSpPr>
          <p:nvPr>
            <p:ph type="body" idx="1"/>
          </p:nvPr>
        </p:nvSpPr>
        <p:spPr>
          <a:xfrm>
            <a:off x="609441" y="1406964"/>
            <a:ext cx="5078677" cy="6985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55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4" name="Google Shape;74;p28"/>
          <p:cNvSpPr txBox="1">
            <a:spLocks noGrp="1"/>
          </p:cNvSpPr>
          <p:nvPr>
            <p:ph type="body" idx="2"/>
          </p:nvPr>
        </p:nvSpPr>
        <p:spPr>
          <a:xfrm>
            <a:off x="609441" y="2133601"/>
            <a:ext cx="10868369" cy="3992563"/>
          </a:xfrm>
          <a:prstGeom prst="rect">
            <a:avLst/>
          </a:prstGeom>
          <a:noFill/>
          <a:ln>
            <a:noFill/>
          </a:ln>
        </p:spPr>
        <p:txBody>
          <a:bodyPr spcFirstLastPara="1" wrap="square" lIns="91425" tIns="45700" rIns="91425" bIns="45700" anchor="t" anchorCtr="0">
            <a:normAutofit/>
          </a:bodyPr>
          <a:lstStyle>
            <a:lvl1pPr marL="457200" lvl="0" indent="-391160" algn="l">
              <a:lnSpc>
                <a:spcPct val="100000"/>
              </a:lnSpc>
              <a:spcBef>
                <a:spcPts val="600"/>
              </a:spcBef>
              <a:spcAft>
                <a:spcPts val="0"/>
              </a:spcAft>
              <a:buSzPts val="2560"/>
              <a:buChar char="⚫"/>
              <a:defRPr sz="3200"/>
            </a:lvl1pPr>
            <a:lvl2pPr marL="914400" lvl="1" indent="-406400" algn="l">
              <a:lnSpc>
                <a:spcPct val="100000"/>
              </a:lnSpc>
              <a:spcBef>
                <a:spcPts val="55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5" name="Google Shape;75;p28"/>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a:off x="7847150" y="1066800"/>
            <a:ext cx="3656648" cy="1981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562214"/>
              </a:buClr>
              <a:buSzPts val="2100"/>
              <a:buFont typeface="Gill Sans"/>
              <a:buNone/>
              <a:defRPr sz="21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9"/>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
        <p:nvSpPr>
          <p:cNvPr id="83" name="Google Shape;83;p29"/>
          <p:cNvSpPr/>
          <p:nvPr/>
        </p:nvSpPr>
        <p:spPr>
          <a:xfrm>
            <a:off x="1015735" y="1066800"/>
            <a:ext cx="6094413" cy="4572000"/>
          </a:xfrm>
          <a:prstGeom prst="rect">
            <a:avLst/>
          </a:prstGeom>
          <a:solidFill>
            <a:srgbClr val="FFFFFF"/>
          </a:solidFill>
          <a:ln w="88900" cap="sq" cmpd="sng">
            <a:solidFill>
              <a:srgbClr val="FFFFFF"/>
            </a:solidFill>
            <a:prstDash val="solid"/>
            <a:miter lim="800000"/>
            <a:headEnd type="none" w="sm" len="sm"/>
            <a:tailEnd type="none" w="sm" len="sm"/>
          </a:ln>
          <a:effectLst>
            <a:outerShdw blurRad="55500" dist="18500" dir="5400000" algn="tl" rotWithShape="0">
              <a:srgbClr val="000000">
                <a:alpha val="34117"/>
              </a:srgbClr>
            </a:outerShdw>
          </a:effectLst>
        </p:spPr>
        <p:txBody>
          <a:bodyPr spcFirstLastPara="1" wrap="square" lIns="91425" tIns="274300" rIns="91425" bIns="45700" anchor="t" anchorCtr="0">
            <a:noAutofit/>
          </a:bodyPr>
          <a:lstStyle/>
          <a:p>
            <a:pPr marL="0" marR="0" lvl="0" indent="0" algn="l" rtl="0">
              <a:lnSpc>
                <a:spcPct val="93750"/>
              </a:lnSpc>
              <a:spcBef>
                <a:spcPts val="0"/>
              </a:spcBef>
              <a:spcAft>
                <a:spcPts val="0"/>
              </a:spcAft>
              <a:buClr>
                <a:schemeClr val="accent1"/>
              </a:buClr>
              <a:buSzPts val="2560"/>
              <a:buFont typeface="Noto Sans Symbols"/>
              <a:buNone/>
            </a:pPr>
            <a:endParaRPr sz="3200" b="0" i="0" u="none" strike="noStrike" cap="none">
              <a:solidFill>
                <a:schemeClr val="dk1"/>
              </a:solidFill>
              <a:latin typeface="Gill Sans"/>
              <a:ea typeface="Gill Sans"/>
              <a:cs typeface="Gill Sans"/>
              <a:sym typeface="Gill Sans"/>
            </a:endParaRPr>
          </a:p>
        </p:txBody>
      </p:sp>
      <p:sp>
        <p:nvSpPr>
          <p:cNvPr id="84" name="Google Shape;84;p29"/>
          <p:cNvSpPr>
            <a:spLocks noGrp="1"/>
          </p:cNvSpPr>
          <p:nvPr>
            <p:ph type="pic" idx="2"/>
          </p:nvPr>
        </p:nvSpPr>
        <p:spPr>
          <a:xfrm>
            <a:off x="1117309" y="1143004"/>
            <a:ext cx="5891265" cy="3514531"/>
          </a:xfrm>
          <a:prstGeom prst="roundRect">
            <a:avLst>
              <a:gd name="adj" fmla="val 783"/>
            </a:avLst>
          </a:prstGeom>
          <a:solidFill>
            <a:schemeClr val="lt2"/>
          </a:solidFill>
          <a:ln>
            <a:noFill/>
          </a:ln>
        </p:spPr>
      </p:sp>
      <p:sp>
        <p:nvSpPr>
          <p:cNvPr id="85" name="Google Shape;85;p29"/>
          <p:cNvSpPr/>
          <p:nvPr/>
        </p:nvSpPr>
        <p:spPr>
          <a:xfrm rot="-2131329">
            <a:off x="528829" y="954341"/>
            <a:ext cx="914162" cy="204310"/>
          </a:xfrm>
          <a:prstGeom prst="flowChartProcess">
            <a:avLst/>
          </a:prstGeom>
          <a:solidFill>
            <a:srgbClr val="FBFBFB">
              <a:alpha val="43921"/>
            </a:srgbClr>
          </a:solidFill>
          <a:ln w="9525" cap="rnd" cmpd="sng">
            <a:solidFill>
              <a:srgbClr val="FFFFFF"/>
            </a:solidFill>
            <a:prstDash val="solid"/>
            <a:round/>
            <a:headEnd type="none" w="sm" len="sm"/>
            <a:tailEnd type="none" w="sm" len="sm"/>
          </a:ln>
          <a:effectLst>
            <a:outerShdw blurRad="25400" dist="25400" dir="3300000" sx="96000" sy="96000" algn="tl" rotWithShape="0">
              <a:srgbClr val="EAD8B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86" name="Google Shape;86;p29"/>
          <p:cNvSpPr/>
          <p:nvPr/>
        </p:nvSpPr>
        <p:spPr>
          <a:xfrm rot="2103354" flipH="1">
            <a:off x="6669818" y="936786"/>
            <a:ext cx="865407" cy="204310"/>
          </a:xfrm>
          <a:prstGeom prst="flowChartProcess">
            <a:avLst/>
          </a:prstGeom>
          <a:solidFill>
            <a:srgbClr val="FBFBFB">
              <a:alpha val="43921"/>
            </a:srgbClr>
          </a:solidFill>
          <a:ln w="9525" cap="rnd" cmpd="sng">
            <a:solidFill>
              <a:srgbClr val="FFFFFF"/>
            </a:solidFill>
            <a:prstDash val="solid"/>
            <a:round/>
            <a:headEnd type="none" w="sm" len="sm"/>
            <a:tailEnd type="none" w="sm" len="sm"/>
          </a:ln>
          <a:effectLst>
            <a:outerShdw blurRad="25400" dist="25400" dir="3300000" sx="96000" sy="96000" algn="tl" rotWithShape="0">
              <a:schemeClr val="lt2">
                <a:alpha val="20000"/>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87" name="Google Shape;87;p29"/>
          <p:cNvSpPr txBox="1">
            <a:spLocks noGrp="1"/>
          </p:cNvSpPr>
          <p:nvPr>
            <p:ph type="body" idx="1"/>
          </p:nvPr>
        </p:nvSpPr>
        <p:spPr>
          <a:xfrm>
            <a:off x="1117309" y="4800600"/>
            <a:ext cx="5891265" cy="762000"/>
          </a:xfrm>
          <a:prstGeom prst="rect">
            <a:avLst/>
          </a:prstGeom>
          <a:noFill/>
          <a:ln>
            <a:noFill/>
          </a:ln>
        </p:spPr>
        <p:txBody>
          <a:bodyPr spcFirstLastPara="1" wrap="square" lIns="91425" tIns="45700" rIns="91425" bIns="45700" anchor="ctr" anchorCtr="0">
            <a:normAutofit/>
          </a:bodyPr>
          <a:lstStyle>
            <a:lvl1pPr marL="457200" lvl="0" indent="-228600" algn="l">
              <a:lnSpc>
                <a:spcPct val="114285"/>
              </a:lnSpc>
              <a:spcBef>
                <a:spcPts val="0"/>
              </a:spcBef>
              <a:spcAft>
                <a:spcPts val="0"/>
              </a:spcAft>
              <a:buSzPts val="1120"/>
              <a:buNone/>
              <a:defRPr sz="1400">
                <a:solidFill>
                  <a:srgbClr val="777777"/>
                </a:solidFill>
              </a:defRPr>
            </a:lvl1pPr>
            <a:lvl2pPr marL="914400" lvl="1" indent="-304800" algn="l">
              <a:lnSpc>
                <a:spcPct val="100000"/>
              </a:lnSpc>
              <a:spcBef>
                <a:spcPts val="550"/>
              </a:spcBef>
              <a:spcAft>
                <a:spcPts val="0"/>
              </a:spcAft>
              <a:buSzPts val="1200"/>
              <a:buChar char="◦"/>
              <a:defRPr sz="1200"/>
            </a:lvl2pPr>
            <a:lvl3pPr marL="1371600" lvl="2" indent="-292100" algn="l">
              <a:lnSpc>
                <a:spcPct val="100000"/>
              </a:lnSpc>
              <a:spcBef>
                <a:spcPts val="200"/>
              </a:spcBef>
              <a:spcAft>
                <a:spcPts val="0"/>
              </a:spcAft>
              <a:buSzPts val="1000"/>
              <a:buChar char="●"/>
              <a:defRPr sz="1000"/>
            </a:lvl3pPr>
            <a:lvl4pPr marL="1828800" lvl="3" indent="-285750" algn="l">
              <a:lnSpc>
                <a:spcPct val="100000"/>
              </a:lnSpc>
              <a:spcBef>
                <a:spcPts val="180"/>
              </a:spcBef>
              <a:spcAft>
                <a:spcPts val="0"/>
              </a:spcAft>
              <a:buSzPts val="900"/>
              <a:buChar char="●"/>
              <a:defRPr sz="900"/>
            </a:lvl4pPr>
            <a:lvl5pPr marL="2286000" lvl="4" indent="-285750" algn="l">
              <a:lnSpc>
                <a:spcPct val="100000"/>
              </a:lnSpc>
              <a:spcBef>
                <a:spcPts val="180"/>
              </a:spcBef>
              <a:spcAft>
                <a:spcPts val="0"/>
              </a:spcAft>
              <a:buSzPts val="900"/>
              <a:buChar char="●"/>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Google Shape;89;p30"/>
          <p:cNvSpPr txBox="1">
            <a:spLocks noGrp="1"/>
          </p:cNvSpPr>
          <p:nvPr>
            <p:ph type="title"/>
          </p:nvPr>
        </p:nvSpPr>
        <p:spPr>
          <a:xfrm>
            <a:off x="1913645" y="274638"/>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30"/>
          <p:cNvSpPr txBox="1">
            <a:spLocks noGrp="1"/>
          </p:cNvSpPr>
          <p:nvPr>
            <p:ph type="body" idx="1"/>
          </p:nvPr>
        </p:nvSpPr>
        <p:spPr>
          <a:xfrm rot="5400000">
            <a:off x="4510763" y="-1149318"/>
            <a:ext cx="4800600" cy="9994837"/>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1" name="Google Shape;91;p30"/>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0"/>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0"/>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Google Shape;95;p31"/>
          <p:cNvSpPr txBox="1">
            <a:spLocks noGrp="1"/>
          </p:cNvSpPr>
          <p:nvPr>
            <p:ph type="title"/>
          </p:nvPr>
        </p:nvSpPr>
        <p:spPr>
          <a:xfrm rot="5400000">
            <a:off x="7434739" y="1981520"/>
            <a:ext cx="5851525" cy="243776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body" idx="1"/>
          </p:nvPr>
        </p:nvSpPr>
        <p:spPr>
          <a:xfrm rot="5400000">
            <a:off x="2305275" y="-507031"/>
            <a:ext cx="5851525" cy="7414869"/>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7" name="Google Shape;97;p31"/>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31"/>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1"/>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tile tx="0" ty="0" sx="90000" sy="90000" flip="xy" algn="tl"/>
        </a:blipFill>
        <a:effectLst/>
      </p:bgPr>
    </p:bg>
    <p:spTree>
      <p:nvGrpSpPr>
        <p:cNvPr id="1" name="Shape 9"/>
        <p:cNvGrpSpPr/>
        <p:nvPr/>
      </p:nvGrpSpPr>
      <p:grpSpPr>
        <a:xfrm>
          <a:off x="0" y="0"/>
          <a:ext cx="0" cy="0"/>
          <a:chOff x="0" y="0"/>
          <a:chExt cx="0" cy="0"/>
        </a:xfrm>
      </p:grpSpPr>
      <p:sp>
        <p:nvSpPr>
          <p:cNvPr id="10" name="Google Shape;10;p20"/>
          <p:cNvSpPr/>
          <p:nvPr/>
        </p:nvSpPr>
        <p:spPr>
          <a:xfrm>
            <a:off x="-1087619" y="-815922"/>
            <a:ext cx="2184614" cy="1638887"/>
          </a:xfrm>
          <a:prstGeom prst="pie">
            <a:avLst>
              <a:gd name="adj1" fmla="val 0"/>
              <a:gd name="adj2" fmla="val 5402120"/>
            </a:avLst>
          </a:prstGeom>
          <a:solidFill>
            <a:srgbClr val="FEF9F3">
              <a:alpha val="32156"/>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1" name="Google Shape;11;p20"/>
          <p:cNvSpPr/>
          <p:nvPr/>
        </p:nvSpPr>
        <p:spPr>
          <a:xfrm>
            <a:off x="225030" y="21103"/>
            <a:ext cx="2268997" cy="1702191"/>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 name="Google Shape;12;p20"/>
          <p:cNvSpPr/>
          <p:nvPr/>
        </p:nvSpPr>
        <p:spPr>
          <a:xfrm rot="2315675">
            <a:off x="243779" y="1055077"/>
            <a:ext cx="1500565" cy="1102624"/>
          </a:xfrm>
          <a:prstGeom prst="donut">
            <a:avLst>
              <a:gd name="adj" fmla="val 11833"/>
            </a:avLst>
          </a:prstGeom>
          <a:gradFill>
            <a:gsLst>
              <a:gs pos="0">
                <a:srgbClr val="FEFBF4">
                  <a:alpha val="69019"/>
                </a:srgbClr>
              </a:gs>
              <a:gs pos="70000">
                <a:srgbClr val="FFFDF8">
                  <a:alpha val="54117"/>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11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3" name="Google Shape;13;p20"/>
          <p:cNvSpPr/>
          <p:nvPr/>
        </p:nvSpPr>
        <p:spPr>
          <a:xfrm>
            <a:off x="1350146" y="-54"/>
            <a:ext cx="10838679"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4" name="Google Shape;14;p20"/>
          <p:cNvSpPr txBox="1">
            <a:spLocks noGrp="1"/>
          </p:cNvSpPr>
          <p:nvPr>
            <p:ph type="title"/>
          </p:nvPr>
        </p:nvSpPr>
        <p:spPr>
          <a:xfrm>
            <a:off x="1913645" y="274638"/>
            <a:ext cx="9994837"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562214"/>
              </a:buClr>
              <a:buSzPts val="4300"/>
              <a:buFont typeface="Gill Sans"/>
              <a:buNone/>
              <a:defRPr sz="4300" b="0" i="0" u="none" strike="noStrike" cap="none">
                <a:solidFill>
                  <a:srgbClr val="562214"/>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20"/>
          <p:cNvSpPr txBox="1">
            <a:spLocks noGrp="1"/>
          </p:cNvSpPr>
          <p:nvPr>
            <p:ph type="body" idx="1"/>
          </p:nvPr>
        </p:nvSpPr>
        <p:spPr>
          <a:xfrm>
            <a:off x="1913645" y="1447800"/>
            <a:ext cx="9994837" cy="4800600"/>
          </a:xfrm>
          <a:prstGeom prst="rect">
            <a:avLst/>
          </a:prstGeom>
          <a:noFill/>
          <a:ln>
            <a:noFill/>
          </a:ln>
        </p:spPr>
        <p:txBody>
          <a:bodyPr spcFirstLastPara="1" wrap="square" lIns="91425" tIns="45700" rIns="91425" bIns="45700" anchor="t" anchorCtr="0">
            <a:normAutofit/>
          </a:bodyPr>
          <a:lstStyle>
            <a:lvl1pPr marL="457200" marR="0" lvl="0" indent="-391160" algn="l" rtl="0">
              <a:lnSpc>
                <a:spcPct val="100000"/>
              </a:lnSpc>
              <a:spcBef>
                <a:spcPts val="600"/>
              </a:spcBef>
              <a:spcAft>
                <a:spcPts val="0"/>
              </a:spcAft>
              <a:buClr>
                <a:schemeClr val="accent1"/>
              </a:buClr>
              <a:buSzPts val="2560"/>
              <a:buFont typeface="Noto Sans Symbols"/>
              <a:buChar char="⚫"/>
              <a:defRPr sz="3200" b="0" i="0" u="none" strike="noStrike" cap="none">
                <a:solidFill>
                  <a:schemeClr val="dk1"/>
                </a:solidFill>
                <a:latin typeface="Gill Sans"/>
                <a:ea typeface="Gill Sans"/>
                <a:cs typeface="Gill Sans"/>
                <a:sym typeface="Gill Sans"/>
              </a:defRPr>
            </a:lvl1pPr>
            <a:lvl2pPr marL="914400" marR="0" lvl="1" indent="-406400"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L="1371600" marR="0" lvl="2" indent="-381000"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L="1828800" marR="0" lvl="3" indent="-355600"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L="2286000" marR="0" lvl="4" indent="-355600"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16" name="Google Shape;16;p20"/>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B3A787"/>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7" name="Google Shape;17;p20"/>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B3A787"/>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8" name="Google Shape;18;p20"/>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
        <p:nvSpPr>
          <p:cNvPr id="19" name="Google Shape;19;p20"/>
          <p:cNvSpPr/>
          <p:nvPr/>
        </p:nvSpPr>
        <p:spPr>
          <a:xfrm>
            <a:off x="1352959" y="-54"/>
            <a:ext cx="97511" cy="6858054"/>
          </a:xfrm>
          <a:prstGeom prst="rect">
            <a:avLst/>
          </a:prstGeom>
          <a:solidFill>
            <a:schemeClr val="lt1"/>
          </a:solidFill>
          <a:ln>
            <a:noFill/>
          </a:ln>
          <a:effectLst>
            <a:outerShdw blurRad="38550" dist="38000" dir="10800000" algn="tl" rotWithShape="0">
              <a:srgbClr val="6F6A5F">
                <a:alpha val="2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aws.amazon.com/ec2" TargetMode="External"/><Relationship Id="rId2" Type="http://schemas.openxmlformats.org/officeDocument/2006/relationships/hyperlink" Target="https://www.jenkins.io/" TargetMode="External"/><Relationship Id="rId1" Type="http://schemas.openxmlformats.org/officeDocument/2006/relationships/slideLayout" Target="../slideLayouts/slideLayout2.xml"/><Relationship Id="rId5" Type="http://schemas.openxmlformats.org/officeDocument/2006/relationships/hyperlink" Target="https://nodejs.org/" TargetMode="External"/><Relationship Id="rId4" Type="http://schemas.openxmlformats.org/officeDocument/2006/relationships/hyperlink" Target="https://docs.github.com/"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10" name="Google Shape;110;p1"/>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a:t>
            </a:fld>
            <a:endParaRPr/>
          </a:p>
        </p:txBody>
      </p:sp>
      <p:sp>
        <p:nvSpPr>
          <p:cNvPr id="2" name="TextBox 1">
            <a:extLst>
              <a:ext uri="{FF2B5EF4-FFF2-40B4-BE49-F238E27FC236}">
                <a16:creationId xmlns:a16="http://schemas.microsoft.com/office/drawing/2014/main" id="{EB2CDBAC-1732-5D9F-9C17-BC4343D32139}"/>
              </a:ext>
            </a:extLst>
          </p:cNvPr>
          <p:cNvSpPr txBox="1"/>
          <p:nvPr/>
        </p:nvSpPr>
        <p:spPr>
          <a:xfrm>
            <a:off x="1984664" y="1402773"/>
            <a:ext cx="9497209" cy="1938992"/>
          </a:xfrm>
          <a:prstGeom prst="rect">
            <a:avLst/>
          </a:prstGeom>
          <a:noFill/>
        </p:spPr>
        <p:txBody>
          <a:bodyPr wrap="square" rtlCol="0">
            <a:spAutoFit/>
          </a:bodyPr>
          <a:lstStyle/>
          <a:p>
            <a:pPr algn="ctr"/>
            <a:r>
              <a:rPr lang="en-US" sz="4000" b="1" dirty="0">
                <a:solidFill>
                  <a:schemeClr val="accent6">
                    <a:lumMod val="75000"/>
                  </a:schemeClr>
                </a:solidFill>
                <a:latin typeface="Times New Roman" panose="02020603050405020304" pitchFamily="18" charset="0"/>
                <a:cs typeface="Times New Roman" panose="02020603050405020304" pitchFamily="18" charset="0"/>
              </a:rPr>
              <a:t>Automated Deployment of Recipe Sharing Application using CI/CD</a:t>
            </a:r>
          </a:p>
          <a:p>
            <a:pPr algn="r"/>
            <a:endParaRPr lang="en-US" sz="2000" dirty="0">
              <a:latin typeface="Times New Roman" panose="02020603050405020304" pitchFamily="18" charset="0"/>
              <a:cs typeface="Times New Roman" panose="02020603050405020304" pitchFamily="18" charset="0"/>
            </a:endParaRPr>
          </a:p>
          <a:p>
            <a:pPr algn="r"/>
            <a:r>
              <a:rPr lang="en-US" sz="2000" dirty="0">
                <a:solidFill>
                  <a:schemeClr val="accent6">
                    <a:lumMod val="60000"/>
                    <a:lumOff val="40000"/>
                  </a:schemeClr>
                </a:solidFill>
                <a:latin typeface="Times New Roman" panose="02020603050405020304" pitchFamily="18" charset="0"/>
                <a:cs typeface="Times New Roman" panose="02020603050405020304" pitchFamily="18" charset="0"/>
              </a:rPr>
              <a:t>-A DevOps-Based Approach using Jenkins and AWS</a:t>
            </a:r>
            <a:endParaRPr lang="en-IN" sz="2000" dirty="0">
              <a:solidFill>
                <a:schemeClr val="accent6">
                  <a:lumMod val="60000"/>
                  <a:lumOff val="4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74079EF-D432-7B07-FE56-C983FD1C44B8}"/>
              </a:ext>
            </a:extLst>
          </p:cNvPr>
          <p:cNvSpPr txBox="1"/>
          <p:nvPr/>
        </p:nvSpPr>
        <p:spPr>
          <a:xfrm>
            <a:off x="2057401" y="4647984"/>
            <a:ext cx="9507600" cy="132343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Presented by:</a:t>
            </a:r>
            <a:br>
              <a:rPr lang="en-US" sz="2000" dirty="0"/>
            </a:br>
            <a:r>
              <a:rPr lang="en-US" sz="2000" dirty="0">
                <a:latin typeface="Times New Roman" panose="02020603050405020304" pitchFamily="18" charset="0"/>
                <a:cs typeface="Times New Roman" panose="02020603050405020304" pitchFamily="18" charset="0"/>
              </a:rPr>
              <a:t>Amit Ningappa Pujari</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Zeal College of Engineering and Research</a:t>
            </a:r>
          </a:p>
          <a:p>
            <a:r>
              <a:rPr lang="en-US" sz="2000" dirty="0">
                <a:latin typeface="Times New Roman" panose="02020603050405020304" pitchFamily="18" charset="0"/>
                <a:cs typeface="Times New Roman" panose="02020603050405020304" pitchFamily="18" charset="0"/>
              </a:rPr>
              <a:t>AWS Batch 1</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3"/>
          <p:cNvSpPr txBox="1"/>
          <p:nvPr/>
        </p:nvSpPr>
        <p:spPr>
          <a:xfrm>
            <a:off x="1413892" y="260648"/>
            <a:ext cx="9759198" cy="70609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D180D"/>
              </a:buClr>
              <a:buSzPts val="6000"/>
              <a:buFont typeface="Times New Roman"/>
              <a:buNone/>
            </a:pPr>
            <a:r>
              <a:rPr lang="en-US" sz="6000" b="1" i="0" u="none" strike="noStrike" cap="small" dirty="0">
                <a:solidFill>
                  <a:srgbClr val="1D180D"/>
                </a:solidFill>
                <a:latin typeface="Times New Roman"/>
                <a:ea typeface="Times New Roman"/>
                <a:cs typeface="Times New Roman"/>
                <a:sym typeface="Times New Roman"/>
              </a:rPr>
              <a:t>  </a:t>
            </a:r>
            <a:r>
              <a:rPr lang="en-US" sz="4500" b="1" i="0" u="none" strike="noStrike" cap="small" dirty="0">
                <a:solidFill>
                  <a:schemeClr val="dk1"/>
                </a:solidFill>
                <a:latin typeface="Times New Roman"/>
                <a:ea typeface="Times New Roman"/>
                <a:cs typeface="Times New Roman"/>
                <a:sym typeface="Times New Roman"/>
              </a:rPr>
              <a:t>INTRODUCTION</a:t>
            </a:r>
            <a:endParaRPr sz="4500" b="1" i="0" u="none" strike="noStrike" cap="small" dirty="0">
              <a:solidFill>
                <a:schemeClr val="dk1"/>
              </a:solidFill>
              <a:latin typeface="Times New Roman"/>
              <a:ea typeface="Times New Roman"/>
              <a:cs typeface="Times New Roman"/>
              <a:sym typeface="Times New Roman"/>
            </a:endParaRPr>
          </a:p>
        </p:txBody>
      </p:sp>
      <p:sp>
        <p:nvSpPr>
          <p:cNvPr id="125" name="Google Shape;125;p3"/>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2</a:t>
            </a:fld>
            <a:endParaRPr/>
          </a:p>
        </p:txBody>
      </p:sp>
      <p:sp>
        <p:nvSpPr>
          <p:cNvPr id="126" name="Google Shape;126;p3"/>
          <p:cNvSpPr txBox="1">
            <a:spLocks noGrp="1"/>
          </p:cNvSpPr>
          <p:nvPr>
            <p:ph type="body" idx="1"/>
          </p:nvPr>
        </p:nvSpPr>
        <p:spPr>
          <a:xfrm>
            <a:off x="1413892" y="1168072"/>
            <a:ext cx="10125997" cy="3170058"/>
          </a:xfrm>
          <a:prstGeom prst="rect">
            <a:avLst/>
          </a:prstGeom>
          <a:noFill/>
          <a:ln>
            <a:noFill/>
          </a:ln>
        </p:spPr>
        <p:txBody>
          <a:bodyPr spcFirstLastPara="1" wrap="square" lIns="91425" tIns="45700" rIns="91425" bIns="45700" anchor="ctr" anchorCtr="0">
            <a:spAutoFit/>
          </a:bodyPr>
          <a:lstStyle/>
          <a:p>
            <a:pPr marL="342900" indent="-342900" algn="just" eaLnBrk="0" fontAlgn="base" hangingPunct="0">
              <a:lnSpc>
                <a:spcPct val="150000"/>
              </a:lnSpc>
              <a:spcBef>
                <a:spcPct val="0"/>
              </a:spcBef>
              <a:spcAft>
                <a:spcPct val="0"/>
              </a:spcAft>
              <a:buClrTx/>
              <a:buSz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Recipe Sharing Web Application designed to help users create and explore recipes easily</a:t>
            </a:r>
          </a:p>
          <a:p>
            <a:pPr marL="342900" indent="-342900" algn="just" eaLnBrk="0" fontAlgn="base" hangingPunct="0">
              <a:lnSpc>
                <a:spcPct val="150000"/>
              </a:lnSpc>
              <a:spcBef>
                <a:spcPct val="0"/>
              </a:spcBef>
              <a:spcAft>
                <a:spcPct val="0"/>
              </a:spcAft>
              <a:buClrTx/>
              <a:buSz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Developed using MERN Stack for full-stack web development</a:t>
            </a:r>
          </a:p>
          <a:p>
            <a:pPr marL="342900" indent="-342900" algn="just" eaLnBrk="0" fontAlgn="base" hangingPunct="0">
              <a:lnSpc>
                <a:spcPct val="150000"/>
              </a:lnSpc>
              <a:spcBef>
                <a:spcPct val="0"/>
              </a:spcBef>
              <a:spcAft>
                <a:spcPct val="0"/>
              </a:spcAft>
              <a:buClrTx/>
              <a:buSz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Allows users to add, view, and manage recipes in an organized way</a:t>
            </a:r>
          </a:p>
          <a:p>
            <a:pPr marL="342900" indent="-342900" algn="just" eaLnBrk="0" fontAlgn="base" hangingPunct="0">
              <a:lnSpc>
                <a:spcPct val="150000"/>
              </a:lnSpc>
              <a:spcBef>
                <a:spcPct val="0"/>
              </a:spcBef>
              <a:spcAft>
                <a:spcPct val="0"/>
              </a:spcAft>
              <a:buClrTx/>
              <a:buSz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Focus on automating deployment using CI/CD </a:t>
            </a:r>
            <a:r>
              <a:rPr lang="en-US" sz="2000" dirty="0" err="1">
                <a:latin typeface="Times New Roman" panose="02020603050405020304" pitchFamily="18" charset="0"/>
                <a:cs typeface="Times New Roman" panose="02020603050405020304" pitchFamily="18" charset="0"/>
              </a:rPr>
              <a:t>pipelineJenkins</a:t>
            </a:r>
            <a:r>
              <a:rPr lang="en-US" sz="2000" dirty="0">
                <a:latin typeface="Times New Roman" panose="02020603050405020304" pitchFamily="18" charset="0"/>
                <a:cs typeface="Times New Roman" panose="02020603050405020304" pitchFamily="18" charset="0"/>
              </a:rPr>
              <a:t> is used to manage build and deployment process</a:t>
            </a:r>
          </a:p>
          <a:p>
            <a:pPr marL="342900" indent="-342900" algn="just" eaLnBrk="0" fontAlgn="base" hangingPunct="0">
              <a:lnSpc>
                <a:spcPct val="150000"/>
              </a:lnSpc>
              <a:spcBef>
                <a:spcPct val="0"/>
              </a:spcBef>
              <a:spcAft>
                <a:spcPct val="0"/>
              </a:spcAft>
              <a:buClrTx/>
              <a:buSz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Application is deployed on AWS EC2 using multiple servers</a:t>
            </a:r>
          </a:p>
          <a:p>
            <a:pPr marL="0" lvl="0" indent="0" eaLnBrk="0" fontAlgn="base" hangingPunct="0">
              <a:spcBef>
                <a:spcPct val="0"/>
              </a:spcBef>
              <a:spcAft>
                <a:spcPct val="0"/>
              </a:spcAft>
              <a:buClrTx/>
              <a:buSzTx/>
              <a:buNone/>
            </a:pPr>
            <a:endParaRPr lang="en-US" alt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4"/>
          <p:cNvSpPr txBox="1">
            <a:spLocks noGrp="1"/>
          </p:cNvSpPr>
          <p:nvPr>
            <p:ph type="subTitle" idx="1"/>
          </p:nvPr>
        </p:nvSpPr>
        <p:spPr>
          <a:xfrm>
            <a:off x="1485900" y="332656"/>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432" lvl="0" indent="0" algn="ctr" rtl="0">
              <a:lnSpc>
                <a:spcPct val="100000"/>
              </a:lnSpc>
              <a:spcBef>
                <a:spcPts val="0"/>
              </a:spcBef>
              <a:spcAft>
                <a:spcPts val="0"/>
              </a:spcAft>
              <a:buSzPts val="3840"/>
              <a:buNone/>
            </a:pPr>
            <a:r>
              <a:rPr lang="en-US" sz="4800" b="1" i="0" u="none" strike="noStrike" cap="small" dirty="0">
                <a:solidFill>
                  <a:srgbClr val="1D180D"/>
                </a:solidFill>
                <a:latin typeface="Times New Roman"/>
                <a:ea typeface="Times New Roman"/>
                <a:cs typeface="Times New Roman"/>
                <a:sym typeface="Times New Roman"/>
              </a:rPr>
              <a:t>  </a:t>
            </a:r>
            <a:r>
              <a:rPr lang="en-US" sz="4500" b="1" i="0" u="none" strike="noStrike" cap="small" dirty="0">
                <a:solidFill>
                  <a:srgbClr val="1D180D"/>
                </a:solidFill>
                <a:latin typeface="Times New Roman"/>
                <a:ea typeface="Times New Roman"/>
                <a:cs typeface="Times New Roman"/>
                <a:sym typeface="Times New Roman"/>
              </a:rPr>
              <a:t>OBJECTIVE</a:t>
            </a:r>
            <a:endParaRPr sz="4500" b="1" i="0" u="none" strike="noStrike" cap="small" dirty="0">
              <a:solidFill>
                <a:schemeClr val="dk1"/>
              </a:solidFill>
              <a:latin typeface="Times New Roman"/>
              <a:ea typeface="Times New Roman"/>
              <a:cs typeface="Times New Roman"/>
              <a:sym typeface="Times New Roman"/>
            </a:endParaRPr>
          </a:p>
        </p:txBody>
      </p:sp>
      <p:sp>
        <p:nvSpPr>
          <p:cNvPr id="132" name="Google Shape;132;p4"/>
          <p:cNvSpPr txBox="1"/>
          <p:nvPr/>
        </p:nvSpPr>
        <p:spPr>
          <a:xfrm>
            <a:off x="1485900" y="1484784"/>
            <a:ext cx="9865200" cy="2862282"/>
          </a:xfrm>
          <a:prstGeom prst="rect">
            <a:avLst/>
          </a:prstGeom>
          <a:noFill/>
          <a:ln>
            <a:noFill/>
          </a:ln>
        </p:spPr>
        <p:txBody>
          <a:bodyPr spcFirstLastPara="1" wrap="square" lIns="91425" tIns="45700" rIns="91425" bIns="45700" anchor="t" anchorCtr="0">
            <a:spAutoFit/>
          </a:bodyPr>
          <a:lstStyle/>
          <a:p>
            <a:pPr marL="342900" lvl="0" indent="-342900" algn="just">
              <a:lnSpc>
                <a:spcPct val="150000"/>
              </a:lnSpc>
              <a:buSzPts val="1800"/>
              <a:buFont typeface="Wingdings" panose="05000000000000000000" pitchFamily="2" charset="2"/>
              <a:buChar char="§"/>
            </a:pPr>
            <a:r>
              <a:rPr lang="en-IN" sz="2000" i="0"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rPr>
              <a:t>To develop a recipe sharing web application using MERN stack</a:t>
            </a:r>
          </a:p>
          <a:p>
            <a:pPr marL="342900" lvl="0" indent="-342900" algn="just">
              <a:lnSpc>
                <a:spcPct val="150000"/>
              </a:lnSpc>
              <a:buSzPts val="1800"/>
              <a:buFont typeface="Wingdings" panose="05000000000000000000" pitchFamily="2" charset="2"/>
              <a:buChar char="§"/>
            </a:pPr>
            <a:r>
              <a:rPr lang="en-IN" sz="2000" i="0"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rPr>
              <a:t>To automate the deployment process using CI/CD pipeline</a:t>
            </a:r>
          </a:p>
          <a:p>
            <a:pPr marL="342900" lvl="0" indent="-342900" algn="just">
              <a:lnSpc>
                <a:spcPct val="150000"/>
              </a:lnSpc>
              <a:buSzPts val="1800"/>
              <a:buFont typeface="Wingdings" panose="05000000000000000000" pitchFamily="2" charset="2"/>
              <a:buChar char="§"/>
            </a:pPr>
            <a:r>
              <a:rPr lang="en-IN" sz="2000" i="0"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rPr>
              <a:t>To implement Jenkins for continuous integration and deployment</a:t>
            </a:r>
          </a:p>
          <a:p>
            <a:pPr marL="342900" lvl="0" indent="-342900" algn="just">
              <a:lnSpc>
                <a:spcPct val="150000"/>
              </a:lnSpc>
              <a:buSzPts val="1800"/>
              <a:buFont typeface="Wingdings" panose="05000000000000000000" pitchFamily="2" charset="2"/>
              <a:buChar char="§"/>
            </a:pPr>
            <a:r>
              <a:rPr lang="en-IN" sz="2000" i="0"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rPr>
              <a:t>To deploy application on AWS EC2 using multiple instances</a:t>
            </a:r>
          </a:p>
          <a:p>
            <a:pPr marL="342900" lvl="0" indent="-342900" algn="just">
              <a:lnSpc>
                <a:spcPct val="150000"/>
              </a:lnSpc>
              <a:buSzPts val="1800"/>
              <a:buFont typeface="Wingdings" panose="05000000000000000000" pitchFamily="2" charset="2"/>
              <a:buChar char="§"/>
            </a:pPr>
            <a:r>
              <a:rPr lang="en-IN" sz="2000" i="0"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rPr>
              <a:t>To reduce manual effort and improve deployment efficiency</a:t>
            </a:r>
          </a:p>
          <a:p>
            <a:pPr marL="342900" lvl="0" indent="-342900" algn="just">
              <a:lnSpc>
                <a:spcPct val="150000"/>
              </a:lnSpc>
              <a:buSzPts val="1800"/>
              <a:buFont typeface="Wingdings" panose="05000000000000000000" pitchFamily="2" charset="2"/>
              <a:buChar char="§"/>
            </a:pPr>
            <a:r>
              <a:rPr lang="en-IN" sz="2000" i="0"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rPr>
              <a:t>To ensure reliable and scalable application delivery</a:t>
            </a:r>
            <a:endParaRPr sz="2000" i="0"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a:buNone/>
            </a:pPr>
            <a:r>
              <a:rPr lang="en-US">
                <a:solidFill>
                  <a:schemeClr val="dk1"/>
                </a:solidFill>
                <a:latin typeface="Times New Roman"/>
                <a:ea typeface="Times New Roman"/>
                <a:cs typeface="Times New Roman"/>
                <a:sym typeface="Times New Roman"/>
              </a:rPr>
              <a:t>           </a:t>
            </a:r>
            <a:endParaRPr sz="4000">
              <a:solidFill>
                <a:srgbClr val="C00000"/>
              </a:solidFill>
              <a:latin typeface="Times New Roman"/>
              <a:ea typeface="Times New Roman"/>
              <a:cs typeface="Times New Roman"/>
              <a:sym typeface="Times New Roman"/>
            </a:endParaRPr>
          </a:p>
        </p:txBody>
      </p:sp>
      <p:sp>
        <p:nvSpPr>
          <p:cNvPr id="138" name="Google Shape;138;p5"/>
          <p:cNvSpPr txBox="1">
            <a:spLocks noGrp="1"/>
          </p:cNvSpPr>
          <p:nvPr>
            <p:ph type="body" idx="1"/>
          </p:nvPr>
        </p:nvSpPr>
        <p:spPr>
          <a:xfrm>
            <a:off x="1701924" y="1412776"/>
            <a:ext cx="9649072" cy="4800600"/>
          </a:xfrm>
          <a:prstGeom prst="rect">
            <a:avLst/>
          </a:prstGeom>
          <a:noFill/>
          <a:ln>
            <a:noFill/>
          </a:ln>
        </p:spPr>
        <p:txBody>
          <a:bodyPr spcFirstLastPara="1" wrap="square" lIns="91425" tIns="45700" rIns="91425" bIns="45700" anchor="t" anchorCtr="0">
            <a:normAutofit/>
          </a:bodyPr>
          <a:lstStyle/>
          <a:p>
            <a:pPr marL="22860" lvl="0" indent="0" algn="just" eaLnBrk="0" fontAlgn="base" hangingPunct="0">
              <a:lnSpc>
                <a:spcPct val="150000"/>
              </a:lnSpc>
              <a:spcBef>
                <a:spcPct val="0"/>
              </a:spcBef>
              <a:spcAft>
                <a:spcPct val="0"/>
              </a:spcAft>
              <a:buClrTx/>
              <a:buSzTx/>
              <a:buNone/>
            </a:pPr>
            <a:r>
              <a:rPr lang="en-US" sz="2000" dirty="0">
                <a:latin typeface="Times New Roman" panose="02020603050405020304" pitchFamily="18" charset="0"/>
                <a:cs typeface="Times New Roman" panose="02020603050405020304" pitchFamily="18" charset="0"/>
              </a:rPr>
              <a:t>In traditional systems, deployment of web applications is done manually, which is time-consuming and repetitive. It often leads to human errors and makes the process less reliable. Managing frontend and backend on different servers becomes difficult without proper automation. Due to the lack of a continuous integration and deployment pipeline, updates are slow and inefficient. Therefore, there is a need for an automated solution that can simplify deployment and improve overall efficiency.</a:t>
            </a:r>
            <a:endParaRPr lang="en-US" alt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9" name="Google Shape;139;p5"/>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432" marR="0" lvl="0" indent="0" algn="ctr" rtl="0">
              <a:lnSpc>
                <a:spcPct val="100000"/>
              </a:lnSpc>
              <a:spcBef>
                <a:spcPts val="0"/>
              </a:spcBef>
              <a:spcAft>
                <a:spcPts val="0"/>
              </a:spcAft>
              <a:buClr>
                <a:schemeClr val="accent1"/>
              </a:buClr>
              <a:buSzPts val="3600"/>
              <a:buFont typeface="Times New Roman"/>
              <a:buNone/>
            </a:pPr>
            <a:r>
              <a:rPr lang="en-US" sz="4500" b="1" i="0" u="none" strike="noStrike" cap="small" dirty="0">
                <a:solidFill>
                  <a:schemeClr val="dk1"/>
                </a:solidFill>
                <a:latin typeface="Times New Roman"/>
                <a:ea typeface="Times New Roman"/>
                <a:cs typeface="Times New Roman"/>
                <a:sym typeface="Times New Roman"/>
              </a:rPr>
              <a:t>  Problem Statement</a:t>
            </a:r>
            <a:endParaRPr sz="4500" b="1" i="0" u="none" strike="noStrike" cap="small" dirty="0">
              <a:solidFill>
                <a:schemeClr val="dk1"/>
              </a:solidFill>
              <a:latin typeface="Times New Roman"/>
              <a:ea typeface="Times New Roman"/>
              <a:cs typeface="Times New Roman"/>
              <a:sym typeface="Times New Roman"/>
            </a:endParaRPr>
          </a:p>
        </p:txBody>
      </p:sp>
      <p:sp>
        <p:nvSpPr>
          <p:cNvPr id="140" name="Google Shape;140;p5"/>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12"/>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5</a:t>
            </a:fld>
            <a:endParaRPr/>
          </a:p>
        </p:txBody>
      </p:sp>
      <p:sp>
        <p:nvSpPr>
          <p:cNvPr id="193" name="Google Shape;193;p12"/>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ctr" rtl="0">
              <a:lnSpc>
                <a:spcPct val="100000"/>
              </a:lnSpc>
              <a:spcBef>
                <a:spcPts val="0"/>
              </a:spcBef>
              <a:spcAft>
                <a:spcPts val="0"/>
              </a:spcAft>
              <a:buClr>
                <a:srgbClr val="C58C00"/>
              </a:buClr>
              <a:buSzPts val="4000"/>
              <a:buFont typeface="Times New Roman"/>
              <a:buNone/>
            </a:pPr>
            <a:r>
              <a:rPr lang="en-US" sz="4500" b="1" i="0" u="none" strike="noStrike" cap="small" dirty="0">
                <a:solidFill>
                  <a:srgbClr val="002060"/>
                </a:solidFill>
                <a:latin typeface="Times New Roman"/>
                <a:ea typeface="Times New Roman"/>
                <a:cs typeface="Times New Roman"/>
                <a:sym typeface="Times New Roman"/>
              </a:rPr>
              <a:t>ARCHITECTURE</a:t>
            </a:r>
            <a:endParaRPr sz="45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49F1703-2674-DBD9-02D7-05544684DEC0}"/>
              </a:ext>
            </a:extLst>
          </p:cNvPr>
          <p:cNvPicPr>
            <a:picLocks noChangeAspect="1"/>
          </p:cNvPicPr>
          <p:nvPr/>
        </p:nvPicPr>
        <p:blipFill>
          <a:blip r:embed="rId3"/>
          <a:stretch>
            <a:fillRect/>
          </a:stretch>
        </p:blipFill>
        <p:spPr>
          <a:xfrm>
            <a:off x="2587336" y="1257300"/>
            <a:ext cx="8650576" cy="5048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78F574F3-C30B-1409-5133-27AD247E9419}"/>
            </a:ext>
          </a:extLst>
        </p:cNvPr>
        <p:cNvGrpSpPr/>
        <p:nvPr/>
      </p:nvGrpSpPr>
      <p:grpSpPr>
        <a:xfrm>
          <a:off x="0" y="0"/>
          <a:ext cx="0" cy="0"/>
          <a:chOff x="0" y="0"/>
          <a:chExt cx="0" cy="0"/>
        </a:xfrm>
      </p:grpSpPr>
      <p:sp>
        <p:nvSpPr>
          <p:cNvPr id="192" name="Google Shape;192;p12">
            <a:extLst>
              <a:ext uri="{FF2B5EF4-FFF2-40B4-BE49-F238E27FC236}">
                <a16:creationId xmlns:a16="http://schemas.microsoft.com/office/drawing/2014/main" id="{FC84D6C4-E5B0-AECE-150A-7DCC5512313C}"/>
              </a:ext>
            </a:extLst>
          </p:cNvPr>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6</a:t>
            </a:fld>
            <a:endParaRPr/>
          </a:p>
        </p:txBody>
      </p:sp>
      <p:sp>
        <p:nvSpPr>
          <p:cNvPr id="193" name="Google Shape;193;p12">
            <a:extLst>
              <a:ext uri="{FF2B5EF4-FFF2-40B4-BE49-F238E27FC236}">
                <a16:creationId xmlns:a16="http://schemas.microsoft.com/office/drawing/2014/main" id="{3395EE6D-3F31-A211-0EF6-09B658AF7B48}"/>
              </a:ext>
            </a:extLst>
          </p:cNvPr>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ctr" rtl="0">
              <a:lnSpc>
                <a:spcPct val="100000"/>
              </a:lnSpc>
              <a:spcBef>
                <a:spcPts val="0"/>
              </a:spcBef>
              <a:spcAft>
                <a:spcPts val="0"/>
              </a:spcAft>
              <a:buClr>
                <a:srgbClr val="C58C00"/>
              </a:buClr>
              <a:buSzPts val="4000"/>
              <a:buFont typeface="Times New Roman"/>
              <a:buNone/>
            </a:pPr>
            <a:r>
              <a:rPr lang="en-US" sz="4500" b="1" i="0" u="none" strike="noStrike" cap="small" dirty="0">
                <a:solidFill>
                  <a:srgbClr val="002060"/>
                </a:solidFill>
                <a:latin typeface="Times New Roman"/>
                <a:ea typeface="Times New Roman"/>
                <a:cs typeface="Times New Roman"/>
                <a:sym typeface="Times New Roman"/>
              </a:rPr>
              <a:t>ARCHITECTURE</a:t>
            </a:r>
            <a:endParaRPr sz="4500" b="0" i="0" u="none" strike="noStrike" cap="none" dirty="0">
              <a:solidFill>
                <a:srgbClr val="000000"/>
              </a:solidFill>
              <a:latin typeface="Arial"/>
              <a:ea typeface="Arial"/>
              <a:cs typeface="Arial"/>
              <a:sym typeface="Arial"/>
            </a:endParaRPr>
          </a:p>
        </p:txBody>
      </p:sp>
      <p:sp>
        <p:nvSpPr>
          <p:cNvPr id="5" name="TextBox 4">
            <a:extLst>
              <a:ext uri="{FF2B5EF4-FFF2-40B4-BE49-F238E27FC236}">
                <a16:creationId xmlns:a16="http://schemas.microsoft.com/office/drawing/2014/main" id="{590CAC6F-D28A-54E7-733B-E27E87959490}"/>
              </a:ext>
            </a:extLst>
          </p:cNvPr>
          <p:cNvSpPr txBox="1"/>
          <p:nvPr/>
        </p:nvSpPr>
        <p:spPr>
          <a:xfrm>
            <a:off x="1693718" y="1402773"/>
            <a:ext cx="10089573" cy="4653646"/>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System consists of three EC2 instances: Jenkins, Backend, and Frontend</a:t>
            </a:r>
          </a:p>
          <a:p>
            <a:pPr marL="34290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Source code is stored in GitHub repository</a:t>
            </a:r>
          </a:p>
          <a:p>
            <a:pPr marL="34290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Code push triggers Jenkins pipeline using webhook</a:t>
            </a:r>
          </a:p>
          <a:p>
            <a:pPr marL="34290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Jenkins executes CI/CD pipeline automatically</a:t>
            </a:r>
          </a:p>
          <a:p>
            <a:pPr marL="34290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Pipeline includes build, install, and deployment steps</a:t>
            </a:r>
          </a:p>
          <a:p>
            <a:pPr marL="34290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Jenkins connects to servers using SSH for deployment</a:t>
            </a:r>
          </a:p>
          <a:p>
            <a:pPr marL="34290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Backend is deployed on EC2 instance using Node.js and PM2</a:t>
            </a:r>
          </a:p>
          <a:p>
            <a:pPr marL="34290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Frontend is deployed on EC2 instance using React application</a:t>
            </a:r>
          </a:p>
          <a:p>
            <a:pPr marL="34290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Frontend communicates with backend through API calls</a:t>
            </a:r>
          </a:p>
          <a:p>
            <a:pPr marL="342900" indent="-34290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Ensures automated, fast, and reliable deployment process</a:t>
            </a:r>
          </a:p>
        </p:txBody>
      </p:sp>
    </p:spTree>
    <p:extLst>
      <p:ext uri="{BB962C8B-B14F-4D97-AF65-F5344CB8AC3E}">
        <p14:creationId xmlns:p14="http://schemas.microsoft.com/office/powerpoint/2010/main" val="3696671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4">
          <a:extLst>
            <a:ext uri="{FF2B5EF4-FFF2-40B4-BE49-F238E27FC236}">
              <a16:creationId xmlns:a16="http://schemas.microsoft.com/office/drawing/2014/main" id="{57D9DE5A-4FCE-755E-5B27-6D50055FF5C6}"/>
            </a:ext>
          </a:extLst>
        </p:cNvPr>
        <p:cNvGrpSpPr/>
        <p:nvPr/>
      </p:nvGrpSpPr>
      <p:grpSpPr>
        <a:xfrm>
          <a:off x="0" y="0"/>
          <a:ext cx="0" cy="0"/>
          <a:chOff x="0" y="0"/>
          <a:chExt cx="0" cy="0"/>
        </a:xfrm>
      </p:grpSpPr>
      <p:sp>
        <p:nvSpPr>
          <p:cNvPr id="205" name="Google Shape;205;p14">
            <a:extLst>
              <a:ext uri="{FF2B5EF4-FFF2-40B4-BE49-F238E27FC236}">
                <a16:creationId xmlns:a16="http://schemas.microsoft.com/office/drawing/2014/main" id="{5496EEFA-6074-69CC-07CA-0CA2B8B9A82F}"/>
              </a:ext>
            </a:extLst>
          </p:cNvPr>
          <p:cNvSpPr txBox="1">
            <a:spLocks noGrp="1"/>
          </p:cNvSpPr>
          <p:nvPr>
            <p:ph type="body" idx="1"/>
          </p:nvPr>
        </p:nvSpPr>
        <p:spPr>
          <a:xfrm>
            <a:off x="1557908" y="1152833"/>
            <a:ext cx="9994837" cy="5828070"/>
          </a:xfrm>
          <a:prstGeom prst="rect">
            <a:avLst/>
          </a:prstGeom>
          <a:noFill/>
          <a:ln>
            <a:noFill/>
          </a:ln>
        </p:spPr>
        <p:txBody>
          <a:bodyPr spcFirstLastPara="1" wrap="square" lIns="91425" tIns="45700" rIns="91425" bIns="45700" anchor="t" anchorCtr="0">
            <a:normAutofit/>
          </a:bodyPr>
          <a:lstStyle/>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Created multiple AWS EC2 instances for Jenkins, Backend, and Frontend</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Installed and configured Jenkins on dedicated server</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Set up SSH connection between Jenkins and application servers</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Cloned project from GitHub repository to servers</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Installed required dependencies using </a:t>
            </a:r>
            <a:r>
              <a:rPr lang="en-US" sz="2000" dirty="0" err="1">
                <a:latin typeface="Times New Roman" panose="02020603050405020304" pitchFamily="18" charset="0"/>
                <a:cs typeface="Times New Roman" panose="02020603050405020304" pitchFamily="18" charset="0"/>
              </a:rPr>
              <a:t>npm</a:t>
            </a:r>
            <a:endParaRPr lang="en-US" sz="2000" dirty="0">
              <a:latin typeface="Times New Roman" panose="02020603050405020304" pitchFamily="18" charset="0"/>
              <a:cs typeface="Times New Roman" panose="02020603050405020304" pitchFamily="18" charset="0"/>
            </a:endParaRP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Configured Jenkins pipeline for CI/CD automation</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Automated backend deployment using PM2 process manager</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Built and deployed frontend application on server</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Tested complete workflow for successful deployment</a:t>
            </a:r>
            <a:endParaRPr sz="2000" dirty="0">
              <a:latin typeface="Times New Roman" panose="02020603050405020304" pitchFamily="18" charset="0"/>
              <a:cs typeface="Times New Roman" panose="02020603050405020304" pitchFamily="18" charset="0"/>
            </a:endParaRPr>
          </a:p>
        </p:txBody>
      </p:sp>
      <p:sp>
        <p:nvSpPr>
          <p:cNvPr id="206" name="Google Shape;206;p14">
            <a:extLst>
              <a:ext uri="{FF2B5EF4-FFF2-40B4-BE49-F238E27FC236}">
                <a16:creationId xmlns:a16="http://schemas.microsoft.com/office/drawing/2014/main" id="{867ECCAA-FE8A-BD13-C947-F23BAA68EBCC}"/>
              </a:ext>
            </a:extLst>
          </p:cNvPr>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7</a:t>
            </a:fld>
            <a:endParaRPr/>
          </a:p>
        </p:txBody>
      </p:sp>
      <p:sp>
        <p:nvSpPr>
          <p:cNvPr id="207" name="Google Shape;207;p14">
            <a:extLst>
              <a:ext uri="{FF2B5EF4-FFF2-40B4-BE49-F238E27FC236}">
                <a16:creationId xmlns:a16="http://schemas.microsoft.com/office/drawing/2014/main" id="{9DC0042F-B216-B92F-BD05-940353D6EFBC}"/>
              </a:ext>
            </a:extLst>
          </p:cNvPr>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ctr" rtl="0">
              <a:lnSpc>
                <a:spcPct val="100000"/>
              </a:lnSpc>
              <a:spcBef>
                <a:spcPts val="0"/>
              </a:spcBef>
              <a:spcAft>
                <a:spcPts val="0"/>
              </a:spcAft>
              <a:buClr>
                <a:srgbClr val="C58C00"/>
              </a:buClr>
              <a:buSzPts val="4000"/>
              <a:buFont typeface="Times New Roman"/>
              <a:buNone/>
            </a:pPr>
            <a:r>
              <a:rPr lang="en-US" sz="4000" b="1" i="0" u="none" strike="noStrike" cap="small" dirty="0">
                <a:solidFill>
                  <a:srgbClr val="002060"/>
                </a:solidFill>
                <a:latin typeface="Times New Roman"/>
                <a:ea typeface="Times New Roman"/>
                <a:cs typeface="Times New Roman"/>
                <a:sym typeface="Times New Roman"/>
              </a:rPr>
              <a:t>IMPLEMENTATION</a:t>
            </a:r>
            <a:endParaRPr sz="40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001182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a:extLst>
            <a:ext uri="{FF2B5EF4-FFF2-40B4-BE49-F238E27FC236}">
              <a16:creationId xmlns:a16="http://schemas.microsoft.com/office/drawing/2014/main" id="{CFD6DDC4-0C75-ED87-A9AD-A535AB415540}"/>
            </a:ext>
          </a:extLst>
        </p:cNvPr>
        <p:cNvGrpSpPr/>
        <p:nvPr/>
      </p:nvGrpSpPr>
      <p:grpSpPr>
        <a:xfrm>
          <a:off x="0" y="0"/>
          <a:ext cx="0" cy="0"/>
          <a:chOff x="0" y="0"/>
          <a:chExt cx="0" cy="0"/>
        </a:xfrm>
      </p:grpSpPr>
      <p:sp>
        <p:nvSpPr>
          <p:cNvPr id="205" name="Google Shape;205;p14">
            <a:extLst>
              <a:ext uri="{FF2B5EF4-FFF2-40B4-BE49-F238E27FC236}">
                <a16:creationId xmlns:a16="http://schemas.microsoft.com/office/drawing/2014/main" id="{109C1E88-DF99-8601-02B1-37CCC415EEFA}"/>
              </a:ext>
            </a:extLst>
          </p:cNvPr>
          <p:cNvSpPr txBox="1">
            <a:spLocks noGrp="1"/>
          </p:cNvSpPr>
          <p:nvPr>
            <p:ph type="body" idx="1"/>
          </p:nvPr>
        </p:nvSpPr>
        <p:spPr>
          <a:xfrm>
            <a:off x="1557908" y="1152833"/>
            <a:ext cx="9994837" cy="5828070"/>
          </a:xfrm>
          <a:prstGeom prst="rect">
            <a:avLst/>
          </a:prstGeom>
          <a:noFill/>
          <a:ln>
            <a:noFill/>
          </a:ln>
        </p:spPr>
        <p:txBody>
          <a:bodyPr spcFirstLastPara="1" wrap="square" lIns="91425" tIns="45700" rIns="91425" bIns="45700" anchor="t" anchorCtr="0">
            <a:normAutofit/>
          </a:bodyPr>
          <a:lstStyle/>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Automates deployment process using CI/CD pipeline</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Reduces manual effort and human errors</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Faster and efficient application updates</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Easy to manage frontend and backend separately</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Improves reliability and consistency of deployment</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Scalable system using cloud infrastructure (AWS)</a:t>
            </a:r>
            <a:endParaRPr sz="2000" dirty="0">
              <a:latin typeface="Times New Roman" panose="02020603050405020304" pitchFamily="18" charset="0"/>
              <a:cs typeface="Times New Roman" panose="02020603050405020304" pitchFamily="18" charset="0"/>
            </a:endParaRPr>
          </a:p>
        </p:txBody>
      </p:sp>
      <p:sp>
        <p:nvSpPr>
          <p:cNvPr id="206" name="Google Shape;206;p14">
            <a:extLst>
              <a:ext uri="{FF2B5EF4-FFF2-40B4-BE49-F238E27FC236}">
                <a16:creationId xmlns:a16="http://schemas.microsoft.com/office/drawing/2014/main" id="{6A38F47D-2804-FC8F-6AEA-4BEFBDAC7794}"/>
              </a:ext>
            </a:extLst>
          </p:cNvPr>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8</a:t>
            </a:fld>
            <a:endParaRPr/>
          </a:p>
        </p:txBody>
      </p:sp>
      <p:sp>
        <p:nvSpPr>
          <p:cNvPr id="207" name="Google Shape;207;p14">
            <a:extLst>
              <a:ext uri="{FF2B5EF4-FFF2-40B4-BE49-F238E27FC236}">
                <a16:creationId xmlns:a16="http://schemas.microsoft.com/office/drawing/2014/main" id="{506C6AEF-2661-0AD1-556D-E874169DFD40}"/>
              </a:ext>
            </a:extLst>
          </p:cNvPr>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ctr" rtl="0">
              <a:lnSpc>
                <a:spcPct val="100000"/>
              </a:lnSpc>
              <a:spcBef>
                <a:spcPts val="0"/>
              </a:spcBef>
              <a:spcAft>
                <a:spcPts val="0"/>
              </a:spcAft>
              <a:buClr>
                <a:srgbClr val="C58C00"/>
              </a:buClr>
              <a:buSzPts val="4000"/>
              <a:buFont typeface="Times New Roman"/>
              <a:buNone/>
            </a:pPr>
            <a:r>
              <a:rPr lang="en-US" sz="4000" b="1" i="0" u="none" strike="noStrike" cap="small" dirty="0">
                <a:solidFill>
                  <a:srgbClr val="002060"/>
                </a:solidFill>
                <a:latin typeface="Times New Roman"/>
                <a:ea typeface="Times New Roman"/>
                <a:cs typeface="Times New Roman"/>
                <a:sym typeface="Times New Roman"/>
              </a:rPr>
              <a:t>ADVANTAGES</a:t>
            </a:r>
            <a:endParaRPr sz="40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201333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
          <a:extLst>
            <a:ext uri="{FF2B5EF4-FFF2-40B4-BE49-F238E27FC236}">
              <a16:creationId xmlns:a16="http://schemas.microsoft.com/office/drawing/2014/main" id="{DAFB374C-9106-28BC-34F4-736A471C1603}"/>
            </a:ext>
          </a:extLst>
        </p:cNvPr>
        <p:cNvGrpSpPr/>
        <p:nvPr/>
      </p:nvGrpSpPr>
      <p:grpSpPr>
        <a:xfrm>
          <a:off x="0" y="0"/>
          <a:ext cx="0" cy="0"/>
          <a:chOff x="0" y="0"/>
          <a:chExt cx="0" cy="0"/>
        </a:xfrm>
      </p:grpSpPr>
      <p:sp>
        <p:nvSpPr>
          <p:cNvPr id="205" name="Google Shape;205;p14">
            <a:extLst>
              <a:ext uri="{FF2B5EF4-FFF2-40B4-BE49-F238E27FC236}">
                <a16:creationId xmlns:a16="http://schemas.microsoft.com/office/drawing/2014/main" id="{550BC93F-4B27-AFB6-7969-7CE2EA239876}"/>
              </a:ext>
            </a:extLst>
          </p:cNvPr>
          <p:cNvSpPr txBox="1">
            <a:spLocks noGrp="1"/>
          </p:cNvSpPr>
          <p:nvPr>
            <p:ph type="body" idx="1"/>
          </p:nvPr>
        </p:nvSpPr>
        <p:spPr>
          <a:xfrm>
            <a:off x="1557908" y="1152833"/>
            <a:ext cx="9994837" cy="5828070"/>
          </a:xfrm>
          <a:prstGeom prst="rect">
            <a:avLst/>
          </a:prstGeom>
          <a:noFill/>
          <a:ln>
            <a:noFill/>
          </a:ln>
        </p:spPr>
        <p:txBody>
          <a:bodyPr spcFirstLastPara="1" wrap="square" lIns="91425" tIns="45700" rIns="91425" bIns="45700" anchor="t" anchorCtr="0">
            <a:normAutofit/>
          </a:bodyPr>
          <a:lstStyle/>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Web application deployment in real-world projects</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DevOps practices in software development industry</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Continuous integration and deployment systems</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Cloud-based application hosting and management</a:t>
            </a:r>
          </a:p>
          <a:p>
            <a:pPr marL="502413" lvl="0" indent="-342900" algn="l" rtl="0">
              <a:lnSpc>
                <a:spcPct val="150000"/>
              </a:lnSpc>
              <a:spcBef>
                <a:spcPts val="600"/>
              </a:spcBef>
              <a:spcAft>
                <a:spcPts val="0"/>
              </a:spcAft>
              <a:buSzPct val="8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Useful for startups and scalable web platforms</a:t>
            </a:r>
            <a:endParaRPr sz="2000" dirty="0">
              <a:latin typeface="Times New Roman" panose="02020603050405020304" pitchFamily="18" charset="0"/>
              <a:cs typeface="Times New Roman" panose="02020603050405020304" pitchFamily="18" charset="0"/>
            </a:endParaRPr>
          </a:p>
        </p:txBody>
      </p:sp>
      <p:sp>
        <p:nvSpPr>
          <p:cNvPr id="206" name="Google Shape;206;p14">
            <a:extLst>
              <a:ext uri="{FF2B5EF4-FFF2-40B4-BE49-F238E27FC236}">
                <a16:creationId xmlns:a16="http://schemas.microsoft.com/office/drawing/2014/main" id="{09FDADCB-8F27-AC4F-0CBF-FD042730E0E5}"/>
              </a:ext>
            </a:extLst>
          </p:cNvPr>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9</a:t>
            </a:fld>
            <a:endParaRPr/>
          </a:p>
        </p:txBody>
      </p:sp>
      <p:sp>
        <p:nvSpPr>
          <p:cNvPr id="207" name="Google Shape;207;p14">
            <a:extLst>
              <a:ext uri="{FF2B5EF4-FFF2-40B4-BE49-F238E27FC236}">
                <a16:creationId xmlns:a16="http://schemas.microsoft.com/office/drawing/2014/main" id="{A74E9284-A9D7-BF21-2683-7A089D4BAFCA}"/>
              </a:ext>
            </a:extLst>
          </p:cNvPr>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ctr" rtl="0">
              <a:lnSpc>
                <a:spcPct val="100000"/>
              </a:lnSpc>
              <a:spcBef>
                <a:spcPts val="0"/>
              </a:spcBef>
              <a:spcAft>
                <a:spcPts val="0"/>
              </a:spcAft>
              <a:buClr>
                <a:srgbClr val="C58C00"/>
              </a:buClr>
              <a:buSzPts val="4000"/>
              <a:buFont typeface="Times New Roman"/>
              <a:buNone/>
            </a:pPr>
            <a:r>
              <a:rPr lang="en-US" sz="4000" b="1" i="0" u="none" strike="noStrike" cap="small" dirty="0">
                <a:solidFill>
                  <a:srgbClr val="002060"/>
                </a:solidFill>
                <a:latin typeface="Times New Roman"/>
                <a:ea typeface="Times New Roman"/>
                <a:cs typeface="Times New Roman"/>
                <a:sym typeface="Times New Roman"/>
              </a:rPr>
              <a:t>APPLICATIONS</a:t>
            </a:r>
            <a:endParaRPr sz="40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00004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8"/>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a:buNone/>
            </a:pPr>
            <a:r>
              <a:rPr lang="en-US">
                <a:solidFill>
                  <a:schemeClr val="dk1"/>
                </a:solidFill>
                <a:latin typeface="Times New Roman"/>
                <a:ea typeface="Times New Roman"/>
                <a:cs typeface="Times New Roman"/>
                <a:sym typeface="Times New Roman"/>
              </a:rPr>
              <a:t>           </a:t>
            </a:r>
            <a:endParaRPr sz="4000">
              <a:solidFill>
                <a:srgbClr val="C00000"/>
              </a:solidFill>
              <a:latin typeface="Times New Roman"/>
              <a:ea typeface="Times New Roman"/>
              <a:cs typeface="Times New Roman"/>
              <a:sym typeface="Times New Roman"/>
            </a:endParaRPr>
          </a:p>
        </p:txBody>
      </p:sp>
      <p:sp>
        <p:nvSpPr>
          <p:cNvPr id="237" name="Google Shape;237;p18"/>
          <p:cNvSpPr txBox="1">
            <a:spLocks noGrp="1"/>
          </p:cNvSpPr>
          <p:nvPr>
            <p:ph type="body" idx="1"/>
          </p:nvPr>
        </p:nvSpPr>
        <p:spPr>
          <a:xfrm>
            <a:off x="1534703" y="1484784"/>
            <a:ext cx="9721080" cy="3888432"/>
          </a:xfrm>
          <a:prstGeom prst="rect">
            <a:avLst/>
          </a:prstGeom>
          <a:noFill/>
          <a:ln>
            <a:noFill/>
          </a:ln>
        </p:spPr>
        <p:txBody>
          <a:bodyPr spcFirstLastPara="1" wrap="square" lIns="91425" tIns="45700" rIns="91425" bIns="45700" anchor="t" anchorCtr="0">
            <a:normAutofit/>
          </a:bodyPr>
          <a:lstStyle/>
          <a:p>
            <a:pPr marL="365760" lvl="0" indent="-283464" algn="just" rtl="0">
              <a:lnSpc>
                <a:spcPct val="150000"/>
              </a:lnSpc>
              <a:spcBef>
                <a:spcPts val="0"/>
              </a:spcBef>
              <a:spcAft>
                <a:spcPts val="0"/>
              </a:spcAft>
              <a:buSzPts val="1280"/>
              <a:buNone/>
            </a:pPr>
            <a:r>
              <a:rPr lang="en-US" sz="2000" dirty="0">
                <a:latin typeface="Times New Roman" panose="02020603050405020304" pitchFamily="18" charset="0"/>
                <a:cs typeface="Times New Roman" panose="02020603050405020304" pitchFamily="18" charset="0"/>
              </a:rPr>
              <a:t>    This project successfully demonstrates the development and deployment of a recipe sharing application using a CI/CD pipeline. By using Jenkins and AWS, the deployment process is automated, reducing manual effort and improving efficiency. The system ensures faster, reliable, and consistent updates of the application. This project also provides practical knowledge of DevOps concepts and shows how real-world applications can be deployed using modern tools and cloud infrastructure.</a:t>
            </a:r>
            <a:endParaRPr sz="2000" dirty="0">
              <a:latin typeface="Times New Roman" panose="02020603050405020304" pitchFamily="18" charset="0"/>
              <a:cs typeface="Times New Roman" panose="02020603050405020304" pitchFamily="18" charset="0"/>
            </a:endParaRPr>
          </a:p>
        </p:txBody>
      </p:sp>
      <p:sp>
        <p:nvSpPr>
          <p:cNvPr id="238" name="Google Shape;238;p18"/>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432" marR="0" lvl="0" indent="0" algn="ctr" rtl="0">
              <a:lnSpc>
                <a:spcPct val="100000"/>
              </a:lnSpc>
              <a:spcBef>
                <a:spcPts val="0"/>
              </a:spcBef>
              <a:spcAft>
                <a:spcPts val="0"/>
              </a:spcAft>
              <a:buClr>
                <a:schemeClr val="accent1"/>
              </a:buClr>
              <a:buSzPts val="3600"/>
              <a:buFont typeface="Times New Roman"/>
              <a:buNone/>
            </a:pPr>
            <a:r>
              <a:rPr lang="en-US" sz="4500" b="1" i="0" u="none" strike="noStrike" cap="small" dirty="0">
                <a:solidFill>
                  <a:schemeClr val="dk1"/>
                </a:solidFill>
                <a:latin typeface="Times New Roman"/>
                <a:ea typeface="Times New Roman"/>
                <a:cs typeface="Times New Roman"/>
                <a:sym typeface="Times New Roman"/>
              </a:rPr>
              <a:t>Conclusion:</a:t>
            </a:r>
            <a:endParaRPr sz="1400" b="0" i="0" u="none" strike="noStrike" cap="none" dirty="0">
              <a:solidFill>
                <a:srgbClr val="000000"/>
              </a:solidFill>
              <a:latin typeface="Arial"/>
              <a:ea typeface="Arial"/>
              <a:cs typeface="Arial"/>
              <a:sym typeface="Arial"/>
            </a:endParaRPr>
          </a:p>
        </p:txBody>
      </p:sp>
      <p:sp>
        <p:nvSpPr>
          <p:cNvPr id="239" name="Google Shape;239;p18"/>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130A52-42D8-82ED-4AA5-7398396D05B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sp>
        <p:nvSpPr>
          <p:cNvPr id="5" name="Google Shape;238;p18">
            <a:extLst>
              <a:ext uri="{FF2B5EF4-FFF2-40B4-BE49-F238E27FC236}">
                <a16:creationId xmlns:a16="http://schemas.microsoft.com/office/drawing/2014/main" id="{6400B040-8CC3-AD3A-A776-99BCEEAD67EB}"/>
              </a:ext>
            </a:extLst>
          </p:cNvPr>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432" marR="0" lvl="0" indent="0" algn="ctr" rtl="0">
              <a:lnSpc>
                <a:spcPct val="100000"/>
              </a:lnSpc>
              <a:spcBef>
                <a:spcPts val="0"/>
              </a:spcBef>
              <a:spcAft>
                <a:spcPts val="0"/>
              </a:spcAft>
              <a:buClr>
                <a:schemeClr val="accent1"/>
              </a:buClr>
              <a:buSzPts val="3600"/>
              <a:buFont typeface="Times New Roman"/>
              <a:buNone/>
            </a:pPr>
            <a:r>
              <a:rPr lang="en-US" sz="4500" b="1" i="0" u="none" strike="noStrike" cap="small" dirty="0">
                <a:solidFill>
                  <a:schemeClr val="dk1"/>
                </a:solidFill>
                <a:latin typeface="Times New Roman"/>
                <a:ea typeface="Times New Roman"/>
                <a:cs typeface="Times New Roman"/>
                <a:sym typeface="Times New Roman"/>
              </a:rPr>
              <a:t>REFERENCES:</a:t>
            </a:r>
            <a:endParaRPr sz="1400" b="0" i="0" u="none" strike="noStrike" cap="none" dirty="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DA68395E-5054-C836-340E-D6463F3F459C}"/>
              </a:ext>
            </a:extLst>
          </p:cNvPr>
          <p:cNvSpPr txBox="1"/>
          <p:nvPr/>
        </p:nvSpPr>
        <p:spPr>
          <a:xfrm>
            <a:off x="1659465" y="1426488"/>
            <a:ext cx="9645122" cy="2343655"/>
          </a:xfrm>
          <a:prstGeom prst="rect">
            <a:avLst/>
          </a:prstGeom>
          <a:noFill/>
        </p:spPr>
        <p:txBody>
          <a:bodyPr wrap="square">
            <a:spAutoFit/>
          </a:bodyPr>
          <a:lstStyle/>
          <a:p>
            <a:pPr marL="685800" lvl="0" indent="-342900" algn="just" eaLnBrk="0" fontAlgn="base" hangingPunct="0">
              <a:lnSpc>
                <a:spcPct val="150000"/>
              </a:lnSpc>
              <a:spcBef>
                <a:spcPct val="0"/>
              </a:spcBef>
              <a:spcAft>
                <a:spcPct val="0"/>
              </a:spcAft>
              <a:buClrTx/>
              <a:buFont typeface="Wingdings" panose="05000000000000000000" pitchFamily="2" charset="2"/>
              <a:buChar char="§"/>
            </a:pPr>
            <a:r>
              <a:rPr lang="fr-FR" sz="2000" dirty="0"/>
              <a:t>Jenkins Official Documentation – </a:t>
            </a:r>
            <a:r>
              <a:rPr lang="fr-FR" sz="2000" dirty="0">
                <a:hlinkClick r:id="rId2"/>
              </a:rPr>
              <a:t>https://www.jenkins.io</a:t>
            </a:r>
            <a:endParaRPr lang="fr-FR" sz="2000" dirty="0"/>
          </a:p>
          <a:p>
            <a:pPr marL="685800" lvl="0" indent="-342900" algn="just" eaLnBrk="0" fontAlgn="base" hangingPunct="0">
              <a:lnSpc>
                <a:spcPct val="150000"/>
              </a:lnSpc>
              <a:spcBef>
                <a:spcPct val="0"/>
              </a:spcBef>
              <a:spcAft>
                <a:spcPct val="0"/>
              </a:spcAft>
              <a:buClrTx/>
              <a:buFont typeface="Wingdings" panose="05000000000000000000" pitchFamily="2" charset="2"/>
              <a:buChar char="§"/>
            </a:pPr>
            <a:r>
              <a:rPr lang="fr-FR" sz="2000" dirty="0"/>
              <a:t>AWS EC2 Documentation – </a:t>
            </a:r>
            <a:r>
              <a:rPr lang="fr-FR" sz="2000" dirty="0">
                <a:hlinkClick r:id="rId3"/>
              </a:rPr>
              <a:t>https://aws.amazon.com/ec2</a:t>
            </a:r>
            <a:endParaRPr lang="fr-FR" sz="2000" dirty="0"/>
          </a:p>
          <a:p>
            <a:pPr marL="685800" lvl="0" indent="-342900" algn="just" eaLnBrk="0" fontAlgn="base" hangingPunct="0">
              <a:lnSpc>
                <a:spcPct val="150000"/>
              </a:lnSpc>
              <a:spcBef>
                <a:spcPct val="0"/>
              </a:spcBef>
              <a:spcAft>
                <a:spcPct val="0"/>
              </a:spcAft>
              <a:buClrTx/>
              <a:buFont typeface="Wingdings" panose="05000000000000000000" pitchFamily="2" charset="2"/>
              <a:buChar char="§"/>
            </a:pPr>
            <a:r>
              <a:rPr lang="fr-FR" sz="2000" dirty="0"/>
              <a:t>GitHub Documentation – </a:t>
            </a:r>
            <a:r>
              <a:rPr lang="fr-FR" sz="2000" dirty="0">
                <a:hlinkClick r:id="rId4"/>
              </a:rPr>
              <a:t>https://docs.github.com</a:t>
            </a:r>
            <a:endParaRPr lang="fr-FR" sz="2000" dirty="0"/>
          </a:p>
          <a:p>
            <a:pPr marL="685800" lvl="0" indent="-342900" algn="just" eaLnBrk="0" fontAlgn="base" hangingPunct="0">
              <a:lnSpc>
                <a:spcPct val="150000"/>
              </a:lnSpc>
              <a:spcBef>
                <a:spcPct val="0"/>
              </a:spcBef>
              <a:spcAft>
                <a:spcPct val="0"/>
              </a:spcAft>
              <a:buClrTx/>
              <a:buFont typeface="Wingdings" panose="05000000000000000000" pitchFamily="2" charset="2"/>
              <a:buChar char="§"/>
            </a:pPr>
            <a:r>
              <a:rPr lang="fr-FR" sz="2000" dirty="0"/>
              <a:t>Node.js Documentation – </a:t>
            </a:r>
            <a:r>
              <a:rPr lang="fr-FR" sz="2000" dirty="0">
                <a:hlinkClick r:id="rId5"/>
              </a:rPr>
              <a:t>https://nodejs.org</a:t>
            </a:r>
            <a:endParaRPr lang="fr-FR" sz="2000" dirty="0"/>
          </a:p>
          <a:p>
            <a:pPr marL="685800" lvl="0" indent="-342900" algn="just" eaLnBrk="0" fontAlgn="base" hangingPunct="0">
              <a:lnSpc>
                <a:spcPct val="150000"/>
              </a:lnSpc>
              <a:spcBef>
                <a:spcPct val="0"/>
              </a:spcBef>
              <a:spcAft>
                <a:spcPct val="0"/>
              </a:spcAft>
              <a:buClrTx/>
              <a:buFont typeface="Wingdings" panose="05000000000000000000" pitchFamily="2" charset="2"/>
              <a:buChar char="§"/>
            </a:pPr>
            <a:r>
              <a:rPr lang="fr-FR" sz="2000" dirty="0" err="1"/>
              <a:t>React</a:t>
            </a:r>
            <a:r>
              <a:rPr lang="fr-FR" sz="2000" dirty="0"/>
              <a:t> Documentation – https://reactjs.org</a:t>
            </a:r>
            <a:endParaRPr lang="en-US" sz="2000" dirty="0"/>
          </a:p>
        </p:txBody>
      </p:sp>
    </p:spTree>
    <p:extLst>
      <p:ext uri="{BB962C8B-B14F-4D97-AF65-F5344CB8AC3E}">
        <p14:creationId xmlns:p14="http://schemas.microsoft.com/office/powerpoint/2010/main" val="3055811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9"/>
          <p:cNvSpPr txBox="1">
            <a:spLocks noGrp="1"/>
          </p:cNvSpPr>
          <p:nvPr>
            <p:ph type="body" idx="1"/>
          </p:nvPr>
        </p:nvSpPr>
        <p:spPr>
          <a:xfrm>
            <a:off x="1913645" y="1447800"/>
            <a:ext cx="9994837" cy="4800600"/>
          </a:xfrm>
          <a:prstGeom prst="rect">
            <a:avLst/>
          </a:prstGeom>
          <a:noFill/>
          <a:ln>
            <a:noFill/>
          </a:ln>
        </p:spPr>
        <p:txBody>
          <a:bodyPr spcFirstLastPara="1" wrap="square" lIns="91425" tIns="45700" rIns="91425" bIns="45700" anchor="t" anchorCtr="0">
            <a:normAutofit/>
          </a:bodyPr>
          <a:lstStyle/>
          <a:p>
            <a:pPr marL="365760" lvl="0" indent="-283464" algn="l" rtl="0">
              <a:lnSpc>
                <a:spcPct val="100000"/>
              </a:lnSpc>
              <a:spcBef>
                <a:spcPts val="0"/>
              </a:spcBef>
              <a:spcAft>
                <a:spcPts val="0"/>
              </a:spcAft>
              <a:buSzPts val="4800"/>
              <a:buNone/>
            </a:pPr>
            <a:endParaRPr sz="6000">
              <a:latin typeface="Times New Roman"/>
              <a:ea typeface="Times New Roman"/>
              <a:cs typeface="Times New Roman"/>
              <a:sym typeface="Times New Roman"/>
            </a:endParaRPr>
          </a:p>
          <a:p>
            <a:pPr marL="365760" lvl="0" indent="-283464" algn="ctr" rtl="0">
              <a:lnSpc>
                <a:spcPct val="100000"/>
              </a:lnSpc>
              <a:spcBef>
                <a:spcPts val="600"/>
              </a:spcBef>
              <a:spcAft>
                <a:spcPts val="0"/>
              </a:spcAft>
              <a:buSzPts val="4800"/>
              <a:buNone/>
            </a:pPr>
            <a:r>
              <a:rPr lang="en-US" sz="6000">
                <a:latin typeface="Times New Roman"/>
                <a:ea typeface="Times New Roman"/>
                <a:cs typeface="Times New Roman"/>
                <a:sym typeface="Times New Roman"/>
              </a:rPr>
              <a:t>Thank You....!!!!</a:t>
            </a:r>
            <a:endParaRPr sz="6000">
              <a:latin typeface="Times New Roman"/>
              <a:ea typeface="Times New Roman"/>
              <a:cs typeface="Times New Roman"/>
              <a:sym typeface="Times New Roman"/>
            </a:endParaRPr>
          </a:p>
        </p:txBody>
      </p:sp>
      <p:sp>
        <p:nvSpPr>
          <p:cNvPr id="245" name="Google Shape;245;p19"/>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p:sld>
</file>

<file path=ppt/theme/theme1.xml><?xml version="1.0" encoding="utf-8"?>
<a:theme xmlns:a="http://schemas.openxmlformats.org/drawingml/2006/main"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456</TotalTime>
  <Words>617</Words>
  <Application>Microsoft Office PowerPoint</Application>
  <PresentationFormat>Custom</PresentationFormat>
  <Paragraphs>79</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Wingdings</vt:lpstr>
      <vt:lpstr>Gill Sans</vt:lpstr>
      <vt:lpstr>Calibri</vt:lpstr>
      <vt:lpstr>Arial</vt:lpstr>
      <vt:lpstr>Noto Sans Symbols</vt:lpstr>
      <vt:lpstr>Times New Roman</vt:lpstr>
      <vt:lpstr>Solstice</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Emam</dc:creator>
  <cp:lastModifiedBy>Amit Pujari</cp:lastModifiedBy>
  <cp:revision>14</cp:revision>
  <dcterms:modified xsi:type="dcterms:W3CDTF">2026-04-08T04:41:42Z</dcterms:modified>
</cp:coreProperties>
</file>